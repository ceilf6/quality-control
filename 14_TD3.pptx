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923" r:id="rId2"/>
    <p:sldId id="922" r:id="rId3"/>
    <p:sldId id="928" r:id="rId4"/>
    <p:sldId id="929" r:id="rId5"/>
    <p:sldId id="930" r:id="rId6"/>
    <p:sldId id="924" r:id="rId7"/>
    <p:sldId id="798" r:id="rId8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6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Aucun style, grille du tableau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911" autoAdjust="0"/>
    <p:restoredTop sz="95208" autoAdjust="0"/>
  </p:normalViewPr>
  <p:slideViewPr>
    <p:cSldViewPr>
      <p:cViewPr varScale="1">
        <p:scale>
          <a:sx n="85" d="100"/>
          <a:sy n="85" d="100"/>
        </p:scale>
        <p:origin x="1872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>
        <p:scale>
          <a:sx n="100" d="100"/>
          <a:sy n="100" d="100"/>
        </p:scale>
        <p:origin x="1838" y="-418"/>
      </p:cViewPr>
      <p:guideLst>
        <p:guide orient="horz" pos="3224"/>
        <p:guide pos="2236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373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373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r>
              <a:rPr lang="fr-FR"/>
              <a:t>Hai Canh VU</a:t>
            </a:r>
          </a:p>
        </p:txBody>
      </p:sp>
      <p:sp>
        <p:nvSpPr>
          <p:cNvPr id="7373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fld id="{8DD6D6EB-B5B7-4C90-B157-269532824D8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621997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072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defTabSz="952500">
              <a:defRPr sz="1200"/>
            </a:lvl1pPr>
          </a:lstStyle>
          <a:p>
            <a:pPr>
              <a:defRPr/>
            </a:pPr>
            <a:r>
              <a:rPr lang="fr-FR"/>
              <a:t>Hai Canh VU</a:t>
            </a:r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189" tIns="47595" rIns="95189" bIns="47595" numCol="1" anchor="b" anchorCtr="0" compatLnSpc="1">
            <a:prstTxWarp prst="textNoShape">
              <a:avLst/>
            </a:prstTxWarp>
          </a:bodyPr>
          <a:lstStyle>
            <a:lvl1pPr algn="r" defTabSz="952500">
              <a:defRPr sz="1200"/>
            </a:lvl1pPr>
          </a:lstStyle>
          <a:p>
            <a:pPr>
              <a:defRPr/>
            </a:pPr>
            <a:fld id="{8FADE52C-4518-48E1-9309-AEA0C32D95EB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41140308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697578"/>
            <a:ext cx="8516744" cy="5097146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lang="en-US" dirty="0" smtClean="0">
                <a:latin typeface="Century Gothic" panose="020B0502020202020204" pitchFamily="34" charset="0"/>
              </a:defRPr>
            </a:lvl1pPr>
            <a:lvl2pPr marL="742950" indent="-285750">
              <a:buFont typeface="Wingdings" pitchFamily="2" charset="2"/>
              <a:buChar char="Ø"/>
              <a:defRPr lang="en-US" dirty="0" smtClean="0">
                <a:latin typeface="Century Gothic" panose="020B0502020202020204" pitchFamily="34" charset="0"/>
              </a:defRPr>
            </a:lvl2pPr>
            <a:lvl3pPr>
              <a:defRPr lang="en-US" dirty="0" smtClean="0">
                <a:latin typeface="Century Gothic" panose="020B0502020202020204" pitchFamily="34" charset="0"/>
              </a:defRPr>
            </a:lvl3pPr>
            <a:lvl4pPr>
              <a:defRPr lang="en-US" dirty="0" smtClean="0">
                <a:latin typeface="Century Gothic" panose="020B0502020202020204" pitchFamily="34" charset="0"/>
              </a:defRPr>
            </a:lvl4pPr>
            <a:lvl5pPr>
              <a:defRPr lang="fr-FR" dirty="0">
                <a:latin typeface="Century Gothic" panose="020B0502020202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fr-FR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C67EA-B7A4-4BA5-AD55-2BB488CA63F6}" type="datetime1">
              <a:rPr lang="fr-FR" smtClean="0"/>
              <a:t>29/03/2026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fr-FR"/>
              <a:t>Hai Canh VU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7FE0B4-9485-468D-8CC0-53380116C608}" type="slidenum">
              <a:rPr lang="fr-FR" smtClean="0"/>
              <a:pPr/>
              <a:t>‹N°›</a:t>
            </a:fld>
            <a:endParaRPr lang="fr-FR"/>
          </a:p>
        </p:txBody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0" y="-27384"/>
            <a:ext cx="9144000" cy="580926"/>
          </a:xfrm>
          <a:solidFill>
            <a:schemeClr val="bg1">
              <a:lumMod val="5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>
              <a:defRPr lang="fr-FR" sz="2400" dirty="0">
                <a:solidFill>
                  <a:srgbClr val="FAC828"/>
                </a:solidFill>
                <a:latin typeface="Arial"/>
                <a:cs typeface="Arial"/>
              </a:defRPr>
            </a:lvl1pPr>
          </a:lstStyle>
          <a:p>
            <a:pPr marL="0" lvl="0" algn="l"/>
            <a:r>
              <a:rPr lang="en-US" dirty="0"/>
              <a:t>Click to edit Master title style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735213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020D6D-3FB5-4F7B-9877-4CAA069F6B00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623707-5978-41C4-846F-C8F42F20A236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ABFFC5-7EC9-48BE-A471-CAF84BDDF5F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4213" y="1341438"/>
            <a:ext cx="3811587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41438"/>
            <a:ext cx="3811588" cy="49672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5EB0BCA-6397-40D2-8573-214F68E75BC1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0ACB19-8C56-4639-AF2B-BA8051516BB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16B2403-EA0C-437D-8DD2-E673575763F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B94342-0038-49B4-A508-6DE15087ED1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547F22B-52BB-464C-90D6-CFCF895F5C5C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9EB72C-65A4-45C5-996A-785E34159A4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0BD6CD-EF94-4A09-A733-7A6701BC84A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6688" y="44450"/>
            <a:ext cx="1943100" cy="626427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4213" y="44450"/>
            <a:ext cx="5680075" cy="626427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224A75-12D2-49CB-B624-924C1D4629C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re. Text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4213" y="1341438"/>
            <a:ext cx="3811587" cy="49672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341438"/>
            <a:ext cx="3811588" cy="49672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C571A3-5F14-4374-BCBF-ACAC137999B4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re. Texte et 2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85800" y="44450"/>
            <a:ext cx="7772400" cy="1143000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half" idx="1"/>
          </p:nvPr>
        </p:nvSpPr>
        <p:spPr>
          <a:xfrm>
            <a:off x="684213" y="1341438"/>
            <a:ext cx="3811587" cy="49672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2"/>
          </p:nvPr>
        </p:nvSpPr>
        <p:spPr>
          <a:xfrm>
            <a:off x="4648200" y="1341438"/>
            <a:ext cx="3811588" cy="2406650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contenu 4"/>
          <p:cNvSpPr>
            <a:spLocks noGrp="1"/>
          </p:cNvSpPr>
          <p:nvPr>
            <p:ph sz="quarter" idx="3"/>
          </p:nvPr>
        </p:nvSpPr>
        <p:spPr>
          <a:xfrm>
            <a:off x="4648200" y="3900488"/>
            <a:ext cx="3811588" cy="240823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CED9C1-3A5C-40A2-90B3-C09917253A9F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modele_MQ_2005_v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du titre</a:t>
            </a:r>
          </a:p>
        </p:txBody>
      </p:sp>
      <p:sp>
        <p:nvSpPr>
          <p:cNvPr id="25" name="Shape 25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Texte niveau 1</a:t>
            </a:r>
          </a:p>
          <a:p>
            <a:pPr lvl="1"/>
            <a:r>
              <a:t>Texte niveau 2</a:t>
            </a:r>
          </a:p>
          <a:p>
            <a:pPr lvl="2"/>
            <a:r>
              <a:t>Texte niveau 3</a:t>
            </a:r>
          </a:p>
          <a:p>
            <a:pPr lvl="3"/>
            <a:r>
              <a:t>Texte niveau 4</a:t>
            </a:r>
          </a:p>
          <a:p>
            <a:pPr lvl="4"/>
            <a:r>
              <a:t>Texte niveau 5</a:t>
            </a:r>
          </a:p>
        </p:txBody>
      </p:sp>
      <p:sp>
        <p:nvSpPr>
          <p:cNvPr id="26" name="Shape 26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3028209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hyperlink" Target="mailto:hai-canh.vu@utc.fr" TargetMode="Externa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445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 style du titre du masque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1341438"/>
            <a:ext cx="7775575" cy="49672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+mn-lt"/>
              </a:defRPr>
            </a:lvl1pPr>
          </a:lstStyle>
          <a:p>
            <a:pPr>
              <a:defRPr/>
            </a:pPr>
            <a:fld id="{55539A0A-C0A9-423A-9DF7-980B0A7F21B7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  <p:sp>
        <p:nvSpPr>
          <p:cNvPr id="1034" name="Text Box 10"/>
          <p:cNvSpPr txBox="1">
            <a:spLocks noChangeArrowheads="1"/>
          </p:cNvSpPr>
          <p:nvPr userDrawn="1"/>
        </p:nvSpPr>
        <p:spPr bwMode="auto">
          <a:xfrm>
            <a:off x="1547664" y="6497859"/>
            <a:ext cx="2697405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fr-FR" sz="1200" dirty="0">
                <a:latin typeface="Tahoma" pitchFamily="34" charset="0"/>
              </a:rPr>
              <a:t>Hai Canh VU &lt;</a:t>
            </a:r>
            <a:r>
              <a:rPr lang="fr-FR" sz="1200" dirty="0">
                <a:solidFill>
                  <a:schemeClr val="tx1"/>
                </a:solidFill>
                <a:latin typeface="Tahoma" pitchFamily="34" charset="0"/>
                <a:hlinkClick r:id="rId1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hai-canh.vu@utc.fr</a:t>
            </a:r>
            <a:r>
              <a:rPr lang="fr-FR" sz="1200" dirty="0">
                <a:latin typeface="Tahoma" pitchFamily="34" charset="0"/>
              </a:rPr>
              <a:t>&gt;</a:t>
            </a:r>
          </a:p>
        </p:txBody>
      </p:sp>
      <p:sp>
        <p:nvSpPr>
          <p:cNvPr id="1035" name="Line 11"/>
          <p:cNvSpPr>
            <a:spLocks noChangeShapeType="1"/>
          </p:cNvSpPr>
          <p:nvPr userDrawn="1"/>
        </p:nvSpPr>
        <p:spPr bwMode="auto">
          <a:xfrm>
            <a:off x="609600" y="64008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</p:spPr>
        <p:txBody>
          <a:bodyPr/>
          <a:lstStyle/>
          <a:p>
            <a:pPr>
              <a:defRPr/>
            </a:pPr>
            <a:endParaRPr lang="fr-FR"/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7D066531-D292-4236-8DFC-430FCF963DA9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9552" y="6442708"/>
            <a:ext cx="859867" cy="41529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alibri" panose="020F0502020204030204" pitchFamily="34" charset="0"/>
          <a:ea typeface="+mj-ea"/>
          <a:cs typeface="Calibri" panose="020F0502020204030204" pitchFamily="34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Blip>
          <a:blip r:embed="rId19"/>
        </a:buBlip>
        <a:defRPr sz="3200">
          <a:solidFill>
            <a:srgbClr val="000000"/>
          </a:solidFill>
          <a:latin typeface="Calibri" panose="020F0502020204030204" pitchFamily="34" charset="0"/>
          <a:ea typeface="+mn-ea"/>
          <a:cs typeface="Calibri" panose="020F0502020204030204" pitchFamily="34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Blip>
          <a:blip r:embed="rId20"/>
        </a:buBlip>
        <a:defRPr sz="28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rgbClr val="000000"/>
          </a:solidFill>
          <a:latin typeface="Calibri" panose="020F0502020204030204" pitchFamily="34" charset="0"/>
          <a:cs typeface="Calibri" panose="020F050202020403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Calibri" panose="020F0502020204030204" pitchFamily="34" charset="0"/>
          <a:cs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1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/>
              <a:t>Analyse fonctionnelle: Exercice 1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BEC72FA4-A5AE-408C-9FEB-DC75D4077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1" y="605689"/>
            <a:ext cx="8991594" cy="457200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BA7D2B61-2A46-4577-8B46-FB0F9DCBE5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7624" y="990836"/>
            <a:ext cx="6573695" cy="3096344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0C29172D-E474-4FD7-917E-2385619B32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9592" y="4251344"/>
            <a:ext cx="7749426" cy="2115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4706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2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/>
              <a:t>Analyse fonctionnelle: Exercice 2 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5179F419-390D-4133-9613-1D72A0A5A4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4726" y="691254"/>
            <a:ext cx="7214548" cy="304363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4FE1629D-0A12-4A81-BAC1-BAE9E68C71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784" y="3872604"/>
            <a:ext cx="8460432" cy="2414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0303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3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/>
              <a:t>Analyse fonctionnelle: Exercice 3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A0D54D1-1A53-4DCB-9155-7822EB28C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620688"/>
            <a:ext cx="6728549" cy="305892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370A6795-8595-4AC1-895E-C87B89E066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1636" y="3741651"/>
            <a:ext cx="6331382" cy="25971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1483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4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/>
              <a:t>Analyse fonctionnelle: Exercice 3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3647BF9B-EE0D-45A5-83B9-F1CE267D5D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600" y="570644"/>
            <a:ext cx="7200856" cy="2953763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F0289058-A2E4-4268-8621-6C64A5C02F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80" y="3524407"/>
            <a:ext cx="5449102" cy="2760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94150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5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/>
              <a:t>Analyse fonctionnelle: Exercice 3 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084D836B-9E95-43B6-8DCC-25F39466C2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08" y="1154959"/>
            <a:ext cx="8978984" cy="454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75536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6</a:t>
            </a:fld>
            <a:endParaRPr lang="fr-FR"/>
          </a:p>
        </p:txBody>
      </p:sp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dirty="0"/>
              <a:t>Analyse fonctionnelle: Exercice 4 </a:t>
            </a: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1EEFAD91-8CAD-499B-BD81-1633F8A3759F}"/>
              </a:ext>
            </a:extLst>
          </p:cNvPr>
          <p:cNvSpPr txBox="1"/>
          <p:nvPr/>
        </p:nvSpPr>
        <p:spPr>
          <a:xfrm>
            <a:off x="575556" y="552130"/>
            <a:ext cx="7992888" cy="36918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fr-FR" b="1" dirty="0"/>
              <a:t>Travailler en groupe de 5 à 6 étudiants pour la conception d'un produit innovant (45 mn)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b="1" dirty="0"/>
              <a:t>Choisir un produit existant et proposer des améliorations ou un produit du futur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fr-FR" b="1" dirty="0"/>
              <a:t>Réaliser une analyse fonctionnelle externe pour le produit </a:t>
            </a:r>
          </a:p>
          <a:p>
            <a:pPr marL="457200" indent="-457200">
              <a:lnSpc>
                <a:spcPct val="200000"/>
              </a:lnSpc>
              <a:buFont typeface="+mj-lt"/>
              <a:buAutoNum type="arabicPeriod"/>
            </a:pPr>
            <a:r>
              <a:rPr lang="fr-FR" b="1" dirty="0"/>
              <a:t>Présenter devant la classe les résultats (15 mn)  </a:t>
            </a:r>
          </a:p>
        </p:txBody>
      </p:sp>
      <p:pic>
        <p:nvPicPr>
          <p:cNvPr id="2" name="Image 1">
            <a:extLst>
              <a:ext uri="{FF2B5EF4-FFF2-40B4-BE49-F238E27FC236}">
                <a16:creationId xmlns:a16="http://schemas.microsoft.com/office/drawing/2014/main" id="{7FEE2FB4-EFDF-47DE-A966-24B26DDE0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23928" y="4513696"/>
            <a:ext cx="1872208" cy="1428425"/>
          </a:xfrm>
          <a:prstGeom prst="rect">
            <a:avLst/>
          </a:prstGeom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D60F46D3-2F28-49A4-93BD-6EB60BF216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43127" y="4509120"/>
            <a:ext cx="2925146" cy="1419808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19A40C70-EED2-485C-9428-97536E8CAF1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6148" y="4447447"/>
            <a:ext cx="3297231" cy="16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800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999E011-D2BB-4E78-ACCB-DAB5F87B62FB}" type="slidenum">
              <a:rPr lang="fr-FR"/>
              <a:pPr>
                <a:defRPr/>
              </a:pPr>
              <a:t>7</a:t>
            </a:fld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7896B8B1-0D31-499E-9838-077AD43270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56862"/>
            <a:ext cx="9144000" cy="4944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846925"/>
      </p:ext>
    </p:extLst>
  </p:cSld>
  <p:clrMapOvr>
    <a:masterClrMapping/>
  </p:clrMapOvr>
</p:sld>
</file>

<file path=ppt/theme/theme1.xml><?xml version="1.0" encoding="utf-8"?>
<a:theme xmlns:a="http://schemas.openxmlformats.org/drawingml/2006/main" name="Modèle par défaut">
  <a:themeElements>
    <a:clrScheme name="Modèle par défaut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Modèle par défaut">
      <a:majorFont>
        <a:latin typeface="Comic Sans MS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ème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36048</TotalTime>
  <Words>86</Words>
  <Application>Microsoft Office PowerPoint</Application>
  <PresentationFormat>Affichage à l'écran (4:3)</PresentationFormat>
  <Paragraphs>17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7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5" baseType="lpstr">
      <vt:lpstr>Arial</vt:lpstr>
      <vt:lpstr>Calibri</vt:lpstr>
      <vt:lpstr>Century Gothic</vt:lpstr>
      <vt:lpstr>Comic Sans MS</vt:lpstr>
      <vt:lpstr>Tahoma</vt:lpstr>
      <vt:lpstr>Times New Roman</vt:lpstr>
      <vt:lpstr>Wingdings</vt:lpstr>
      <vt:lpstr>Modèle par défaut</vt:lpstr>
      <vt:lpstr>Analyse fonctionnelle: Exercice 1 </vt:lpstr>
      <vt:lpstr>Analyse fonctionnelle: Exercice 2 </vt:lpstr>
      <vt:lpstr>Analyse fonctionnelle: Exercice 3 </vt:lpstr>
      <vt:lpstr>Analyse fonctionnelle: Exercice 3 </vt:lpstr>
      <vt:lpstr>Analyse fonctionnelle: Exercice 3 </vt:lpstr>
      <vt:lpstr>Analyse fonctionnelle: Exercice 4 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boudaoud</dc:creator>
  <cp:lastModifiedBy>vuhaican</cp:lastModifiedBy>
  <cp:revision>1272</cp:revision>
  <cp:lastPrinted>2021-02-18T06:47:43Z</cp:lastPrinted>
  <dcterms:created xsi:type="dcterms:W3CDTF">1601-01-01T00:00:00Z</dcterms:created>
  <dcterms:modified xsi:type="dcterms:W3CDTF">2026-03-29T01:44:35Z</dcterms:modified>
</cp:coreProperties>
</file>