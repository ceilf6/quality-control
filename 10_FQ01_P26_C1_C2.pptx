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7"/>
  </p:notesMasterIdLst>
  <p:handoutMasterIdLst>
    <p:handoutMasterId r:id="rId88"/>
  </p:handoutMasterIdLst>
  <p:sldIdLst>
    <p:sldId id="811" r:id="rId2"/>
    <p:sldId id="814" r:id="rId3"/>
    <p:sldId id="954" r:id="rId4"/>
    <p:sldId id="763" r:id="rId5"/>
    <p:sldId id="819" r:id="rId6"/>
    <p:sldId id="818" r:id="rId7"/>
    <p:sldId id="820" r:id="rId8"/>
    <p:sldId id="821" r:id="rId9"/>
    <p:sldId id="934" r:id="rId10"/>
    <p:sldId id="935" r:id="rId11"/>
    <p:sldId id="936" r:id="rId12"/>
    <p:sldId id="822" r:id="rId13"/>
    <p:sldId id="816" r:id="rId14"/>
    <p:sldId id="785" r:id="rId15"/>
    <p:sldId id="817" r:id="rId16"/>
    <p:sldId id="762" r:id="rId17"/>
    <p:sldId id="937" r:id="rId18"/>
    <p:sldId id="955" r:id="rId19"/>
    <p:sldId id="778" r:id="rId20"/>
    <p:sldId id="801" r:id="rId21"/>
    <p:sldId id="843" r:id="rId22"/>
    <p:sldId id="844" r:id="rId23"/>
    <p:sldId id="802" r:id="rId24"/>
    <p:sldId id="803" r:id="rId25"/>
    <p:sldId id="804" r:id="rId26"/>
    <p:sldId id="805" r:id="rId27"/>
    <p:sldId id="806" r:id="rId28"/>
    <p:sldId id="807" r:id="rId29"/>
    <p:sldId id="956" r:id="rId30"/>
    <p:sldId id="800" r:id="rId31"/>
    <p:sldId id="808" r:id="rId32"/>
    <p:sldId id="809" r:id="rId33"/>
    <p:sldId id="848" r:id="rId34"/>
    <p:sldId id="851" r:id="rId35"/>
    <p:sldId id="852" r:id="rId36"/>
    <p:sldId id="853" r:id="rId37"/>
    <p:sldId id="850" r:id="rId38"/>
    <p:sldId id="849" r:id="rId39"/>
    <p:sldId id="855" r:id="rId40"/>
    <p:sldId id="856" r:id="rId41"/>
    <p:sldId id="824" r:id="rId42"/>
    <p:sldId id="857" r:id="rId43"/>
    <p:sldId id="858" r:id="rId44"/>
    <p:sldId id="825" r:id="rId45"/>
    <p:sldId id="826" r:id="rId46"/>
    <p:sldId id="859" r:id="rId47"/>
    <p:sldId id="860" r:id="rId48"/>
    <p:sldId id="861" r:id="rId49"/>
    <p:sldId id="862" r:id="rId50"/>
    <p:sldId id="863" r:id="rId51"/>
    <p:sldId id="865" r:id="rId52"/>
    <p:sldId id="828" r:id="rId53"/>
    <p:sldId id="866" r:id="rId54"/>
    <p:sldId id="829" r:id="rId55"/>
    <p:sldId id="835" r:id="rId56"/>
    <p:sldId id="867" r:id="rId57"/>
    <p:sldId id="868" r:id="rId58"/>
    <p:sldId id="837" r:id="rId59"/>
    <p:sldId id="836" r:id="rId60"/>
    <p:sldId id="838" r:id="rId61"/>
    <p:sldId id="839" r:id="rId62"/>
    <p:sldId id="869" r:id="rId63"/>
    <p:sldId id="840" r:id="rId64"/>
    <p:sldId id="870" r:id="rId65"/>
    <p:sldId id="871" r:id="rId66"/>
    <p:sldId id="900" r:id="rId67"/>
    <p:sldId id="872" r:id="rId68"/>
    <p:sldId id="873" r:id="rId69"/>
    <p:sldId id="874" r:id="rId70"/>
    <p:sldId id="878" r:id="rId71"/>
    <p:sldId id="880" r:id="rId72"/>
    <p:sldId id="881" r:id="rId73"/>
    <p:sldId id="882" r:id="rId74"/>
    <p:sldId id="883" r:id="rId75"/>
    <p:sldId id="854" r:id="rId76"/>
    <p:sldId id="888" r:id="rId77"/>
    <p:sldId id="889" r:id="rId78"/>
    <p:sldId id="864" r:id="rId79"/>
    <p:sldId id="893" r:id="rId80"/>
    <p:sldId id="894" r:id="rId81"/>
    <p:sldId id="895" r:id="rId82"/>
    <p:sldId id="897" r:id="rId83"/>
    <p:sldId id="898" r:id="rId84"/>
    <p:sldId id="842" r:id="rId85"/>
    <p:sldId id="810" r:id="rId86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963" autoAdjust="0"/>
    <p:restoredTop sz="96374" autoAdjust="0"/>
  </p:normalViewPr>
  <p:slideViewPr>
    <p:cSldViewPr>
      <p:cViewPr varScale="1">
        <p:scale>
          <a:sx n="67" d="100"/>
          <a:sy n="67" d="100"/>
        </p:scale>
        <p:origin x="62" y="3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200" d="100"/>
          <a:sy n="200" d="100"/>
        </p:scale>
        <p:origin x="43" y="-1915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handoutMaster" Target="handoutMasters/handout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F12E6E-D1B6-4209-960C-D50E39490FCD}" type="doc">
      <dgm:prSet loTypeId="urn:microsoft.com/office/officeart/2008/layout/VerticalCurvedList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A7E712C-4C71-4643-A392-89022BD4C49D}">
      <dgm:prSet phldrT="[Texte]" custT="1"/>
      <dgm:spPr/>
      <dgm:t>
        <a:bodyPr/>
        <a:lstStyle/>
        <a:p>
          <a:r>
            <a:rPr lang="en-US" sz="2400" b="1" cap="none" spc="0" dirty="0" err="1">
              <a:ln/>
              <a:effectLst/>
            </a:rPr>
            <a:t>Amélioration</a:t>
          </a:r>
          <a:r>
            <a:rPr lang="en-US" sz="2400" b="1" cap="none" spc="0" dirty="0">
              <a:ln/>
              <a:effectLst/>
            </a:rPr>
            <a:t> continue</a:t>
          </a:r>
        </a:p>
      </dgm:t>
    </dgm:pt>
    <dgm:pt modelId="{31F635DC-AA1A-4217-8B1F-521361B62AFD}" type="parTrans" cxnId="{B440AA28-DD62-423A-BD3C-2F489EB83EA3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266E5B1B-796D-4071-A0B9-EC0CC31BB1B8}" type="sibTrans" cxnId="{B440AA28-DD62-423A-BD3C-2F489EB83EA3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9643C233-E401-4BD0-AC60-3A545D65E705}">
      <dgm:prSet phldrT="[Texte]" custT="1"/>
      <dgm:spPr/>
      <dgm:t>
        <a:bodyPr/>
        <a:lstStyle/>
        <a:p>
          <a:r>
            <a:rPr lang="fr-FR" sz="2400" b="1" i="0" dirty="0"/>
            <a:t>Outils de résolution de problèmes</a:t>
          </a:r>
          <a:endParaRPr lang="en-US" sz="2400" b="1" cap="none" spc="0" dirty="0">
            <a:ln/>
            <a:effectLst/>
          </a:endParaRPr>
        </a:p>
      </dgm:t>
    </dgm:pt>
    <dgm:pt modelId="{471FE37B-9A40-44C2-99C1-0643543B9168}" type="parTrans" cxnId="{4DA86D60-6B6C-4809-8D2E-711DB91D694D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A14551DB-0446-4546-A239-34C582E09BCF}" type="sibTrans" cxnId="{4DA86D60-6B6C-4809-8D2E-711DB91D694D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04C6BC37-6C7B-4A1E-A14F-66A65A024B4D}">
      <dgm:prSet custT="1"/>
      <dgm:spPr/>
      <dgm:t>
        <a:bodyPr/>
        <a:lstStyle/>
        <a:p>
          <a:r>
            <a:rPr lang="fr-FR" sz="2400" b="1" i="0" kern="1200" dirty="0">
              <a:solidFill>
                <a:srgbClr val="000000"/>
              </a:solidFill>
              <a:latin typeface="Tahoma"/>
              <a:ea typeface="+mn-ea"/>
              <a:cs typeface="+mn-cs"/>
            </a:rPr>
            <a:t>Méthode 8D</a:t>
          </a:r>
        </a:p>
      </dgm:t>
    </dgm:pt>
    <dgm:pt modelId="{B00D9B7F-DE48-403F-B552-6A2FFF2D4FA0}" type="parTrans" cxnId="{731C63AB-933A-4819-B22E-7AC8D66D8EBF}">
      <dgm:prSet/>
      <dgm:spPr/>
      <dgm:t>
        <a:bodyPr/>
        <a:lstStyle/>
        <a:p>
          <a:endParaRPr lang="fr-FR"/>
        </a:p>
      </dgm:t>
    </dgm:pt>
    <dgm:pt modelId="{0A4DFCA4-4B39-4291-AB4E-2C85B10A15BD}" type="sibTrans" cxnId="{731C63AB-933A-4819-B22E-7AC8D66D8EBF}">
      <dgm:prSet/>
      <dgm:spPr/>
      <dgm:t>
        <a:bodyPr/>
        <a:lstStyle/>
        <a:p>
          <a:endParaRPr lang="fr-FR"/>
        </a:p>
      </dgm:t>
    </dgm:pt>
    <dgm:pt modelId="{3BAA4AE0-B554-485D-8BE1-D156749993EE}" type="pres">
      <dgm:prSet presAssocID="{28F12E6E-D1B6-4209-960C-D50E39490FCD}" presName="Name0" presStyleCnt="0">
        <dgm:presLayoutVars>
          <dgm:chMax val="7"/>
          <dgm:chPref val="7"/>
          <dgm:dir/>
        </dgm:presLayoutVars>
      </dgm:prSet>
      <dgm:spPr/>
    </dgm:pt>
    <dgm:pt modelId="{8FCD35BB-F285-446A-93BF-A647825B5A5B}" type="pres">
      <dgm:prSet presAssocID="{28F12E6E-D1B6-4209-960C-D50E39490FCD}" presName="Name1" presStyleCnt="0"/>
      <dgm:spPr/>
    </dgm:pt>
    <dgm:pt modelId="{BD94C79C-59D2-4F87-AC2A-FC0663D19582}" type="pres">
      <dgm:prSet presAssocID="{28F12E6E-D1B6-4209-960C-D50E39490FCD}" presName="cycle" presStyleCnt="0"/>
      <dgm:spPr/>
    </dgm:pt>
    <dgm:pt modelId="{8B44C25F-93CF-4800-8D2C-48AF2348878A}" type="pres">
      <dgm:prSet presAssocID="{28F12E6E-D1B6-4209-960C-D50E39490FCD}" presName="srcNode" presStyleLbl="node1" presStyleIdx="0" presStyleCnt="3"/>
      <dgm:spPr/>
    </dgm:pt>
    <dgm:pt modelId="{03B6EF24-7444-4B61-8700-03C085FB2499}" type="pres">
      <dgm:prSet presAssocID="{28F12E6E-D1B6-4209-960C-D50E39490FCD}" presName="conn" presStyleLbl="parChTrans1D2" presStyleIdx="0" presStyleCnt="1"/>
      <dgm:spPr/>
    </dgm:pt>
    <dgm:pt modelId="{680CF41C-6B5C-440F-9D49-5024CC81F271}" type="pres">
      <dgm:prSet presAssocID="{28F12E6E-D1B6-4209-960C-D50E39490FCD}" presName="extraNode" presStyleLbl="node1" presStyleIdx="0" presStyleCnt="3"/>
      <dgm:spPr/>
    </dgm:pt>
    <dgm:pt modelId="{62DE0116-3CFD-4236-9507-EED76BB68A27}" type="pres">
      <dgm:prSet presAssocID="{28F12E6E-D1B6-4209-960C-D50E39490FCD}" presName="dstNode" presStyleLbl="node1" presStyleIdx="0" presStyleCnt="3"/>
      <dgm:spPr/>
    </dgm:pt>
    <dgm:pt modelId="{E562737D-EE27-4A57-8D05-76D44CF17A49}" type="pres">
      <dgm:prSet presAssocID="{CA7E712C-4C71-4643-A392-89022BD4C49D}" presName="text_1" presStyleLbl="node1" presStyleIdx="0" presStyleCnt="3">
        <dgm:presLayoutVars>
          <dgm:bulletEnabled val="1"/>
        </dgm:presLayoutVars>
      </dgm:prSet>
      <dgm:spPr/>
    </dgm:pt>
    <dgm:pt modelId="{FC854A87-1EB2-4098-9B7B-F97F359427DC}" type="pres">
      <dgm:prSet presAssocID="{CA7E712C-4C71-4643-A392-89022BD4C49D}" presName="accent_1" presStyleCnt="0"/>
      <dgm:spPr/>
    </dgm:pt>
    <dgm:pt modelId="{7F7345BE-810D-47B1-B2B3-AF25C89BA7BF}" type="pres">
      <dgm:prSet presAssocID="{CA7E712C-4C71-4643-A392-89022BD4C49D}" presName="accentRepeatNode" presStyleLbl="solidFgAcc1" presStyleIdx="0" presStyleCnt="3"/>
      <dgm:spPr/>
    </dgm:pt>
    <dgm:pt modelId="{B794541A-BB75-4B98-BB8C-52A3886AB250}" type="pres">
      <dgm:prSet presAssocID="{9643C233-E401-4BD0-AC60-3A545D65E705}" presName="text_2" presStyleLbl="node1" presStyleIdx="1" presStyleCnt="3">
        <dgm:presLayoutVars>
          <dgm:bulletEnabled val="1"/>
        </dgm:presLayoutVars>
      </dgm:prSet>
      <dgm:spPr/>
    </dgm:pt>
    <dgm:pt modelId="{F844D2DA-3CED-4E99-9555-83623FABD14D}" type="pres">
      <dgm:prSet presAssocID="{9643C233-E401-4BD0-AC60-3A545D65E705}" presName="accent_2" presStyleCnt="0"/>
      <dgm:spPr/>
    </dgm:pt>
    <dgm:pt modelId="{A9790773-E97D-46E1-9C7E-454ECCD024AD}" type="pres">
      <dgm:prSet presAssocID="{9643C233-E401-4BD0-AC60-3A545D65E705}" presName="accentRepeatNode" presStyleLbl="solidFgAcc1" presStyleIdx="1" presStyleCnt="3"/>
      <dgm:spPr/>
    </dgm:pt>
    <dgm:pt modelId="{433CC392-BC40-4C07-9068-67B7EFD568F4}" type="pres">
      <dgm:prSet presAssocID="{04C6BC37-6C7B-4A1E-A14F-66A65A024B4D}" presName="text_3" presStyleLbl="node1" presStyleIdx="2" presStyleCnt="3">
        <dgm:presLayoutVars>
          <dgm:bulletEnabled val="1"/>
        </dgm:presLayoutVars>
      </dgm:prSet>
      <dgm:spPr/>
    </dgm:pt>
    <dgm:pt modelId="{9B68CF61-56A5-4B6A-950D-8F7A5A684BBA}" type="pres">
      <dgm:prSet presAssocID="{04C6BC37-6C7B-4A1E-A14F-66A65A024B4D}" presName="accent_3" presStyleCnt="0"/>
      <dgm:spPr/>
    </dgm:pt>
    <dgm:pt modelId="{074DD717-43BA-43D6-BD17-4D94DA3310EA}" type="pres">
      <dgm:prSet presAssocID="{04C6BC37-6C7B-4A1E-A14F-66A65A024B4D}" presName="accentRepeatNode" presStyleLbl="solidFgAcc1" presStyleIdx="2" presStyleCnt="3"/>
      <dgm:spPr/>
    </dgm:pt>
  </dgm:ptLst>
  <dgm:cxnLst>
    <dgm:cxn modelId="{9AAF5309-F8C2-4A07-9891-758CCBA12365}" type="presOf" srcId="{CA7E712C-4C71-4643-A392-89022BD4C49D}" destId="{E562737D-EE27-4A57-8D05-76D44CF17A49}" srcOrd="0" destOrd="0" presId="urn:microsoft.com/office/officeart/2008/layout/VerticalCurvedList"/>
    <dgm:cxn modelId="{B440AA28-DD62-423A-BD3C-2F489EB83EA3}" srcId="{28F12E6E-D1B6-4209-960C-D50E39490FCD}" destId="{CA7E712C-4C71-4643-A392-89022BD4C49D}" srcOrd="0" destOrd="0" parTransId="{31F635DC-AA1A-4217-8B1F-521361B62AFD}" sibTransId="{266E5B1B-796D-4071-A0B9-EC0CC31BB1B8}"/>
    <dgm:cxn modelId="{8A50C637-33C3-4960-A974-A54E2EC9B60D}" type="presOf" srcId="{28F12E6E-D1B6-4209-960C-D50E39490FCD}" destId="{3BAA4AE0-B554-485D-8BE1-D156749993EE}" srcOrd="0" destOrd="0" presId="urn:microsoft.com/office/officeart/2008/layout/VerticalCurvedList"/>
    <dgm:cxn modelId="{4DA86D60-6B6C-4809-8D2E-711DB91D694D}" srcId="{28F12E6E-D1B6-4209-960C-D50E39490FCD}" destId="{9643C233-E401-4BD0-AC60-3A545D65E705}" srcOrd="1" destOrd="0" parTransId="{471FE37B-9A40-44C2-99C1-0643543B9168}" sibTransId="{A14551DB-0446-4546-A239-34C582E09BCF}"/>
    <dgm:cxn modelId="{D56B6C7C-1647-4254-9163-7A9A495FA874}" type="presOf" srcId="{9643C233-E401-4BD0-AC60-3A545D65E705}" destId="{B794541A-BB75-4B98-BB8C-52A3886AB250}" srcOrd="0" destOrd="0" presId="urn:microsoft.com/office/officeart/2008/layout/VerticalCurvedList"/>
    <dgm:cxn modelId="{731C63AB-933A-4819-B22E-7AC8D66D8EBF}" srcId="{28F12E6E-D1B6-4209-960C-D50E39490FCD}" destId="{04C6BC37-6C7B-4A1E-A14F-66A65A024B4D}" srcOrd="2" destOrd="0" parTransId="{B00D9B7F-DE48-403F-B552-6A2FFF2D4FA0}" sibTransId="{0A4DFCA4-4B39-4291-AB4E-2C85B10A15BD}"/>
    <dgm:cxn modelId="{31A6C9C6-1439-495C-AB34-BEF54720882B}" type="presOf" srcId="{04C6BC37-6C7B-4A1E-A14F-66A65A024B4D}" destId="{433CC392-BC40-4C07-9068-67B7EFD568F4}" srcOrd="0" destOrd="0" presId="urn:microsoft.com/office/officeart/2008/layout/VerticalCurvedList"/>
    <dgm:cxn modelId="{60CCF2F4-7B06-42D8-B041-958C14C61336}" type="presOf" srcId="{266E5B1B-796D-4071-A0B9-EC0CC31BB1B8}" destId="{03B6EF24-7444-4B61-8700-03C085FB2499}" srcOrd="0" destOrd="0" presId="urn:microsoft.com/office/officeart/2008/layout/VerticalCurvedList"/>
    <dgm:cxn modelId="{E033E7E6-9F31-40DC-BF97-663F6E68AE20}" type="presParOf" srcId="{3BAA4AE0-B554-485D-8BE1-D156749993EE}" destId="{8FCD35BB-F285-446A-93BF-A647825B5A5B}" srcOrd="0" destOrd="0" presId="urn:microsoft.com/office/officeart/2008/layout/VerticalCurvedList"/>
    <dgm:cxn modelId="{07C2E6B7-7B2D-4EEA-8588-DA003118AB11}" type="presParOf" srcId="{8FCD35BB-F285-446A-93BF-A647825B5A5B}" destId="{BD94C79C-59D2-4F87-AC2A-FC0663D19582}" srcOrd="0" destOrd="0" presId="urn:microsoft.com/office/officeart/2008/layout/VerticalCurvedList"/>
    <dgm:cxn modelId="{0D2BF3F8-DE7D-4FC6-9BB8-BC404C89A87A}" type="presParOf" srcId="{BD94C79C-59D2-4F87-AC2A-FC0663D19582}" destId="{8B44C25F-93CF-4800-8D2C-48AF2348878A}" srcOrd="0" destOrd="0" presId="urn:microsoft.com/office/officeart/2008/layout/VerticalCurvedList"/>
    <dgm:cxn modelId="{7C933793-E02E-40A1-B764-E4D5A94762FE}" type="presParOf" srcId="{BD94C79C-59D2-4F87-AC2A-FC0663D19582}" destId="{03B6EF24-7444-4B61-8700-03C085FB2499}" srcOrd="1" destOrd="0" presId="urn:microsoft.com/office/officeart/2008/layout/VerticalCurvedList"/>
    <dgm:cxn modelId="{EFE08689-199E-483B-9012-0FBCA6867329}" type="presParOf" srcId="{BD94C79C-59D2-4F87-AC2A-FC0663D19582}" destId="{680CF41C-6B5C-440F-9D49-5024CC81F271}" srcOrd="2" destOrd="0" presId="urn:microsoft.com/office/officeart/2008/layout/VerticalCurvedList"/>
    <dgm:cxn modelId="{D771E784-0CE5-41A0-BF6F-8D6B46DA1A29}" type="presParOf" srcId="{BD94C79C-59D2-4F87-AC2A-FC0663D19582}" destId="{62DE0116-3CFD-4236-9507-EED76BB68A27}" srcOrd="3" destOrd="0" presId="urn:microsoft.com/office/officeart/2008/layout/VerticalCurvedList"/>
    <dgm:cxn modelId="{2138B399-0662-4F30-8FE5-DC3BE0D48A27}" type="presParOf" srcId="{8FCD35BB-F285-446A-93BF-A647825B5A5B}" destId="{E562737D-EE27-4A57-8D05-76D44CF17A49}" srcOrd="1" destOrd="0" presId="urn:microsoft.com/office/officeart/2008/layout/VerticalCurvedList"/>
    <dgm:cxn modelId="{5EDE33DB-0BC3-4AB2-898B-5C6138613933}" type="presParOf" srcId="{8FCD35BB-F285-446A-93BF-A647825B5A5B}" destId="{FC854A87-1EB2-4098-9B7B-F97F359427DC}" srcOrd="2" destOrd="0" presId="urn:microsoft.com/office/officeart/2008/layout/VerticalCurvedList"/>
    <dgm:cxn modelId="{A53D1140-E09C-4148-91D2-D7055233E3E8}" type="presParOf" srcId="{FC854A87-1EB2-4098-9B7B-F97F359427DC}" destId="{7F7345BE-810D-47B1-B2B3-AF25C89BA7BF}" srcOrd="0" destOrd="0" presId="urn:microsoft.com/office/officeart/2008/layout/VerticalCurvedList"/>
    <dgm:cxn modelId="{B05B06A8-D33C-4CE7-95BB-AB7A284118F8}" type="presParOf" srcId="{8FCD35BB-F285-446A-93BF-A647825B5A5B}" destId="{B794541A-BB75-4B98-BB8C-52A3886AB250}" srcOrd="3" destOrd="0" presId="urn:microsoft.com/office/officeart/2008/layout/VerticalCurvedList"/>
    <dgm:cxn modelId="{D88CCD88-DA73-411A-BDEF-B2DFD4A1F3EC}" type="presParOf" srcId="{8FCD35BB-F285-446A-93BF-A647825B5A5B}" destId="{F844D2DA-3CED-4E99-9555-83623FABD14D}" srcOrd="4" destOrd="0" presId="urn:microsoft.com/office/officeart/2008/layout/VerticalCurvedList"/>
    <dgm:cxn modelId="{BEC5A0B0-5ECB-4C0A-98F4-71B0ED7F95B6}" type="presParOf" srcId="{F844D2DA-3CED-4E99-9555-83623FABD14D}" destId="{A9790773-E97D-46E1-9C7E-454ECCD024AD}" srcOrd="0" destOrd="0" presId="urn:microsoft.com/office/officeart/2008/layout/VerticalCurvedList"/>
    <dgm:cxn modelId="{9106EC52-DA82-488C-81ED-7CEBA3EA418D}" type="presParOf" srcId="{8FCD35BB-F285-446A-93BF-A647825B5A5B}" destId="{433CC392-BC40-4C07-9068-67B7EFD568F4}" srcOrd="5" destOrd="0" presId="urn:microsoft.com/office/officeart/2008/layout/VerticalCurvedList"/>
    <dgm:cxn modelId="{27AE0222-9999-4858-B8FF-EC8B52653C63}" type="presParOf" srcId="{8FCD35BB-F285-446A-93BF-A647825B5A5B}" destId="{9B68CF61-56A5-4B6A-950D-8F7A5A684BBA}" srcOrd="6" destOrd="0" presId="urn:microsoft.com/office/officeart/2008/layout/VerticalCurvedList"/>
    <dgm:cxn modelId="{0101DB13-AC5F-4606-961A-DA330CEDE24A}" type="presParOf" srcId="{9B68CF61-56A5-4B6A-950D-8F7A5A684BBA}" destId="{074DD717-43BA-43D6-BD17-4D94DA3310E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F12E6E-D1B6-4209-960C-D50E39490FCD}" type="doc">
      <dgm:prSet loTypeId="urn:microsoft.com/office/officeart/2008/layout/VerticalCurvedList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A7E712C-4C71-4643-A392-89022BD4C49D}">
      <dgm:prSet phldrT="[Texte]" custT="1"/>
      <dgm:spPr/>
      <dgm:t>
        <a:bodyPr/>
        <a:lstStyle/>
        <a:p>
          <a:r>
            <a:rPr lang="en-US" sz="2400" b="1" cap="none" spc="0" dirty="0" err="1">
              <a:ln/>
              <a:solidFill>
                <a:srgbClr val="FF0000"/>
              </a:solidFill>
              <a:effectLst/>
            </a:rPr>
            <a:t>Amélioration</a:t>
          </a:r>
          <a:r>
            <a:rPr lang="en-US" sz="2400" b="1" cap="none" spc="0" dirty="0">
              <a:ln/>
              <a:solidFill>
                <a:srgbClr val="FF0000"/>
              </a:solidFill>
              <a:effectLst/>
            </a:rPr>
            <a:t> continue</a:t>
          </a:r>
        </a:p>
      </dgm:t>
    </dgm:pt>
    <dgm:pt modelId="{31F635DC-AA1A-4217-8B1F-521361B62AFD}" type="parTrans" cxnId="{B440AA28-DD62-423A-BD3C-2F489EB83EA3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266E5B1B-796D-4071-A0B9-EC0CC31BB1B8}" type="sibTrans" cxnId="{B440AA28-DD62-423A-BD3C-2F489EB83EA3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9643C233-E401-4BD0-AC60-3A545D65E705}">
      <dgm:prSet phldrT="[Texte]" custT="1"/>
      <dgm:spPr/>
      <dgm:t>
        <a:bodyPr/>
        <a:lstStyle/>
        <a:p>
          <a:r>
            <a:rPr lang="fr-FR" sz="2400" b="1" i="0" dirty="0"/>
            <a:t>Outils de résolution de problèmes</a:t>
          </a:r>
          <a:endParaRPr lang="en-US" sz="2400" b="1" cap="none" spc="0" dirty="0">
            <a:ln/>
            <a:effectLst/>
          </a:endParaRPr>
        </a:p>
      </dgm:t>
    </dgm:pt>
    <dgm:pt modelId="{471FE37B-9A40-44C2-99C1-0643543B9168}" type="parTrans" cxnId="{4DA86D60-6B6C-4809-8D2E-711DB91D694D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A14551DB-0446-4546-A239-34C582E09BCF}" type="sibTrans" cxnId="{4DA86D60-6B6C-4809-8D2E-711DB91D694D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04C6BC37-6C7B-4A1E-A14F-66A65A024B4D}">
      <dgm:prSet custT="1"/>
      <dgm:spPr/>
      <dgm:t>
        <a:bodyPr/>
        <a:lstStyle/>
        <a:p>
          <a:r>
            <a:rPr lang="fr-FR" sz="2400" b="1" i="0" kern="1200" dirty="0">
              <a:solidFill>
                <a:srgbClr val="000000"/>
              </a:solidFill>
              <a:latin typeface="Tahoma"/>
              <a:ea typeface="+mn-ea"/>
              <a:cs typeface="+mn-cs"/>
            </a:rPr>
            <a:t>Méthode 8D</a:t>
          </a:r>
        </a:p>
      </dgm:t>
    </dgm:pt>
    <dgm:pt modelId="{B00D9B7F-DE48-403F-B552-6A2FFF2D4FA0}" type="parTrans" cxnId="{731C63AB-933A-4819-B22E-7AC8D66D8EBF}">
      <dgm:prSet/>
      <dgm:spPr/>
      <dgm:t>
        <a:bodyPr/>
        <a:lstStyle/>
        <a:p>
          <a:endParaRPr lang="fr-FR"/>
        </a:p>
      </dgm:t>
    </dgm:pt>
    <dgm:pt modelId="{0A4DFCA4-4B39-4291-AB4E-2C85B10A15BD}" type="sibTrans" cxnId="{731C63AB-933A-4819-B22E-7AC8D66D8EBF}">
      <dgm:prSet/>
      <dgm:spPr/>
      <dgm:t>
        <a:bodyPr/>
        <a:lstStyle/>
        <a:p>
          <a:endParaRPr lang="fr-FR"/>
        </a:p>
      </dgm:t>
    </dgm:pt>
    <dgm:pt modelId="{3BAA4AE0-B554-485D-8BE1-D156749993EE}" type="pres">
      <dgm:prSet presAssocID="{28F12E6E-D1B6-4209-960C-D50E39490FCD}" presName="Name0" presStyleCnt="0">
        <dgm:presLayoutVars>
          <dgm:chMax val="7"/>
          <dgm:chPref val="7"/>
          <dgm:dir/>
        </dgm:presLayoutVars>
      </dgm:prSet>
      <dgm:spPr/>
    </dgm:pt>
    <dgm:pt modelId="{8FCD35BB-F285-446A-93BF-A647825B5A5B}" type="pres">
      <dgm:prSet presAssocID="{28F12E6E-D1B6-4209-960C-D50E39490FCD}" presName="Name1" presStyleCnt="0"/>
      <dgm:spPr/>
    </dgm:pt>
    <dgm:pt modelId="{BD94C79C-59D2-4F87-AC2A-FC0663D19582}" type="pres">
      <dgm:prSet presAssocID="{28F12E6E-D1B6-4209-960C-D50E39490FCD}" presName="cycle" presStyleCnt="0"/>
      <dgm:spPr/>
    </dgm:pt>
    <dgm:pt modelId="{8B44C25F-93CF-4800-8D2C-48AF2348878A}" type="pres">
      <dgm:prSet presAssocID="{28F12E6E-D1B6-4209-960C-D50E39490FCD}" presName="srcNode" presStyleLbl="node1" presStyleIdx="0" presStyleCnt="3"/>
      <dgm:spPr/>
    </dgm:pt>
    <dgm:pt modelId="{03B6EF24-7444-4B61-8700-03C085FB2499}" type="pres">
      <dgm:prSet presAssocID="{28F12E6E-D1B6-4209-960C-D50E39490FCD}" presName="conn" presStyleLbl="parChTrans1D2" presStyleIdx="0" presStyleCnt="1"/>
      <dgm:spPr/>
    </dgm:pt>
    <dgm:pt modelId="{680CF41C-6B5C-440F-9D49-5024CC81F271}" type="pres">
      <dgm:prSet presAssocID="{28F12E6E-D1B6-4209-960C-D50E39490FCD}" presName="extraNode" presStyleLbl="node1" presStyleIdx="0" presStyleCnt="3"/>
      <dgm:spPr/>
    </dgm:pt>
    <dgm:pt modelId="{62DE0116-3CFD-4236-9507-EED76BB68A27}" type="pres">
      <dgm:prSet presAssocID="{28F12E6E-D1B6-4209-960C-D50E39490FCD}" presName="dstNode" presStyleLbl="node1" presStyleIdx="0" presStyleCnt="3"/>
      <dgm:spPr/>
    </dgm:pt>
    <dgm:pt modelId="{E562737D-EE27-4A57-8D05-76D44CF17A49}" type="pres">
      <dgm:prSet presAssocID="{CA7E712C-4C71-4643-A392-89022BD4C49D}" presName="text_1" presStyleLbl="node1" presStyleIdx="0" presStyleCnt="3">
        <dgm:presLayoutVars>
          <dgm:bulletEnabled val="1"/>
        </dgm:presLayoutVars>
      </dgm:prSet>
      <dgm:spPr/>
    </dgm:pt>
    <dgm:pt modelId="{FC854A87-1EB2-4098-9B7B-F97F359427DC}" type="pres">
      <dgm:prSet presAssocID="{CA7E712C-4C71-4643-A392-89022BD4C49D}" presName="accent_1" presStyleCnt="0"/>
      <dgm:spPr/>
    </dgm:pt>
    <dgm:pt modelId="{7F7345BE-810D-47B1-B2B3-AF25C89BA7BF}" type="pres">
      <dgm:prSet presAssocID="{CA7E712C-4C71-4643-A392-89022BD4C49D}" presName="accentRepeatNode" presStyleLbl="solidFgAcc1" presStyleIdx="0" presStyleCnt="3"/>
      <dgm:spPr/>
    </dgm:pt>
    <dgm:pt modelId="{B794541A-BB75-4B98-BB8C-52A3886AB250}" type="pres">
      <dgm:prSet presAssocID="{9643C233-E401-4BD0-AC60-3A545D65E705}" presName="text_2" presStyleLbl="node1" presStyleIdx="1" presStyleCnt="3">
        <dgm:presLayoutVars>
          <dgm:bulletEnabled val="1"/>
        </dgm:presLayoutVars>
      </dgm:prSet>
      <dgm:spPr/>
    </dgm:pt>
    <dgm:pt modelId="{F844D2DA-3CED-4E99-9555-83623FABD14D}" type="pres">
      <dgm:prSet presAssocID="{9643C233-E401-4BD0-AC60-3A545D65E705}" presName="accent_2" presStyleCnt="0"/>
      <dgm:spPr/>
    </dgm:pt>
    <dgm:pt modelId="{A9790773-E97D-46E1-9C7E-454ECCD024AD}" type="pres">
      <dgm:prSet presAssocID="{9643C233-E401-4BD0-AC60-3A545D65E705}" presName="accentRepeatNode" presStyleLbl="solidFgAcc1" presStyleIdx="1" presStyleCnt="3"/>
      <dgm:spPr/>
    </dgm:pt>
    <dgm:pt modelId="{433CC392-BC40-4C07-9068-67B7EFD568F4}" type="pres">
      <dgm:prSet presAssocID="{04C6BC37-6C7B-4A1E-A14F-66A65A024B4D}" presName="text_3" presStyleLbl="node1" presStyleIdx="2" presStyleCnt="3">
        <dgm:presLayoutVars>
          <dgm:bulletEnabled val="1"/>
        </dgm:presLayoutVars>
      </dgm:prSet>
      <dgm:spPr/>
    </dgm:pt>
    <dgm:pt modelId="{9B68CF61-56A5-4B6A-950D-8F7A5A684BBA}" type="pres">
      <dgm:prSet presAssocID="{04C6BC37-6C7B-4A1E-A14F-66A65A024B4D}" presName="accent_3" presStyleCnt="0"/>
      <dgm:spPr/>
    </dgm:pt>
    <dgm:pt modelId="{074DD717-43BA-43D6-BD17-4D94DA3310EA}" type="pres">
      <dgm:prSet presAssocID="{04C6BC37-6C7B-4A1E-A14F-66A65A024B4D}" presName="accentRepeatNode" presStyleLbl="solidFgAcc1" presStyleIdx="2" presStyleCnt="3"/>
      <dgm:spPr/>
    </dgm:pt>
  </dgm:ptLst>
  <dgm:cxnLst>
    <dgm:cxn modelId="{9AAF5309-F8C2-4A07-9891-758CCBA12365}" type="presOf" srcId="{CA7E712C-4C71-4643-A392-89022BD4C49D}" destId="{E562737D-EE27-4A57-8D05-76D44CF17A49}" srcOrd="0" destOrd="0" presId="urn:microsoft.com/office/officeart/2008/layout/VerticalCurvedList"/>
    <dgm:cxn modelId="{B440AA28-DD62-423A-BD3C-2F489EB83EA3}" srcId="{28F12E6E-D1B6-4209-960C-D50E39490FCD}" destId="{CA7E712C-4C71-4643-A392-89022BD4C49D}" srcOrd="0" destOrd="0" parTransId="{31F635DC-AA1A-4217-8B1F-521361B62AFD}" sibTransId="{266E5B1B-796D-4071-A0B9-EC0CC31BB1B8}"/>
    <dgm:cxn modelId="{8A50C637-33C3-4960-A974-A54E2EC9B60D}" type="presOf" srcId="{28F12E6E-D1B6-4209-960C-D50E39490FCD}" destId="{3BAA4AE0-B554-485D-8BE1-D156749993EE}" srcOrd="0" destOrd="0" presId="urn:microsoft.com/office/officeart/2008/layout/VerticalCurvedList"/>
    <dgm:cxn modelId="{4DA86D60-6B6C-4809-8D2E-711DB91D694D}" srcId="{28F12E6E-D1B6-4209-960C-D50E39490FCD}" destId="{9643C233-E401-4BD0-AC60-3A545D65E705}" srcOrd="1" destOrd="0" parTransId="{471FE37B-9A40-44C2-99C1-0643543B9168}" sibTransId="{A14551DB-0446-4546-A239-34C582E09BCF}"/>
    <dgm:cxn modelId="{D56B6C7C-1647-4254-9163-7A9A495FA874}" type="presOf" srcId="{9643C233-E401-4BD0-AC60-3A545D65E705}" destId="{B794541A-BB75-4B98-BB8C-52A3886AB250}" srcOrd="0" destOrd="0" presId="urn:microsoft.com/office/officeart/2008/layout/VerticalCurvedList"/>
    <dgm:cxn modelId="{731C63AB-933A-4819-B22E-7AC8D66D8EBF}" srcId="{28F12E6E-D1B6-4209-960C-D50E39490FCD}" destId="{04C6BC37-6C7B-4A1E-A14F-66A65A024B4D}" srcOrd="2" destOrd="0" parTransId="{B00D9B7F-DE48-403F-B552-6A2FFF2D4FA0}" sibTransId="{0A4DFCA4-4B39-4291-AB4E-2C85B10A15BD}"/>
    <dgm:cxn modelId="{31A6C9C6-1439-495C-AB34-BEF54720882B}" type="presOf" srcId="{04C6BC37-6C7B-4A1E-A14F-66A65A024B4D}" destId="{433CC392-BC40-4C07-9068-67B7EFD568F4}" srcOrd="0" destOrd="0" presId="urn:microsoft.com/office/officeart/2008/layout/VerticalCurvedList"/>
    <dgm:cxn modelId="{60CCF2F4-7B06-42D8-B041-958C14C61336}" type="presOf" srcId="{266E5B1B-796D-4071-A0B9-EC0CC31BB1B8}" destId="{03B6EF24-7444-4B61-8700-03C085FB2499}" srcOrd="0" destOrd="0" presId="urn:microsoft.com/office/officeart/2008/layout/VerticalCurvedList"/>
    <dgm:cxn modelId="{E033E7E6-9F31-40DC-BF97-663F6E68AE20}" type="presParOf" srcId="{3BAA4AE0-B554-485D-8BE1-D156749993EE}" destId="{8FCD35BB-F285-446A-93BF-A647825B5A5B}" srcOrd="0" destOrd="0" presId="urn:microsoft.com/office/officeart/2008/layout/VerticalCurvedList"/>
    <dgm:cxn modelId="{07C2E6B7-7B2D-4EEA-8588-DA003118AB11}" type="presParOf" srcId="{8FCD35BB-F285-446A-93BF-A647825B5A5B}" destId="{BD94C79C-59D2-4F87-AC2A-FC0663D19582}" srcOrd="0" destOrd="0" presId="urn:microsoft.com/office/officeart/2008/layout/VerticalCurvedList"/>
    <dgm:cxn modelId="{0D2BF3F8-DE7D-4FC6-9BB8-BC404C89A87A}" type="presParOf" srcId="{BD94C79C-59D2-4F87-AC2A-FC0663D19582}" destId="{8B44C25F-93CF-4800-8D2C-48AF2348878A}" srcOrd="0" destOrd="0" presId="urn:microsoft.com/office/officeart/2008/layout/VerticalCurvedList"/>
    <dgm:cxn modelId="{7C933793-E02E-40A1-B764-E4D5A94762FE}" type="presParOf" srcId="{BD94C79C-59D2-4F87-AC2A-FC0663D19582}" destId="{03B6EF24-7444-4B61-8700-03C085FB2499}" srcOrd="1" destOrd="0" presId="urn:microsoft.com/office/officeart/2008/layout/VerticalCurvedList"/>
    <dgm:cxn modelId="{EFE08689-199E-483B-9012-0FBCA6867329}" type="presParOf" srcId="{BD94C79C-59D2-4F87-AC2A-FC0663D19582}" destId="{680CF41C-6B5C-440F-9D49-5024CC81F271}" srcOrd="2" destOrd="0" presId="urn:microsoft.com/office/officeart/2008/layout/VerticalCurvedList"/>
    <dgm:cxn modelId="{D771E784-0CE5-41A0-BF6F-8D6B46DA1A29}" type="presParOf" srcId="{BD94C79C-59D2-4F87-AC2A-FC0663D19582}" destId="{62DE0116-3CFD-4236-9507-EED76BB68A27}" srcOrd="3" destOrd="0" presId="urn:microsoft.com/office/officeart/2008/layout/VerticalCurvedList"/>
    <dgm:cxn modelId="{2138B399-0662-4F30-8FE5-DC3BE0D48A27}" type="presParOf" srcId="{8FCD35BB-F285-446A-93BF-A647825B5A5B}" destId="{E562737D-EE27-4A57-8D05-76D44CF17A49}" srcOrd="1" destOrd="0" presId="urn:microsoft.com/office/officeart/2008/layout/VerticalCurvedList"/>
    <dgm:cxn modelId="{5EDE33DB-0BC3-4AB2-898B-5C6138613933}" type="presParOf" srcId="{8FCD35BB-F285-446A-93BF-A647825B5A5B}" destId="{FC854A87-1EB2-4098-9B7B-F97F359427DC}" srcOrd="2" destOrd="0" presId="urn:microsoft.com/office/officeart/2008/layout/VerticalCurvedList"/>
    <dgm:cxn modelId="{A53D1140-E09C-4148-91D2-D7055233E3E8}" type="presParOf" srcId="{FC854A87-1EB2-4098-9B7B-F97F359427DC}" destId="{7F7345BE-810D-47B1-B2B3-AF25C89BA7BF}" srcOrd="0" destOrd="0" presId="urn:microsoft.com/office/officeart/2008/layout/VerticalCurvedList"/>
    <dgm:cxn modelId="{B05B06A8-D33C-4CE7-95BB-AB7A284118F8}" type="presParOf" srcId="{8FCD35BB-F285-446A-93BF-A647825B5A5B}" destId="{B794541A-BB75-4B98-BB8C-52A3886AB250}" srcOrd="3" destOrd="0" presId="urn:microsoft.com/office/officeart/2008/layout/VerticalCurvedList"/>
    <dgm:cxn modelId="{D88CCD88-DA73-411A-BDEF-B2DFD4A1F3EC}" type="presParOf" srcId="{8FCD35BB-F285-446A-93BF-A647825B5A5B}" destId="{F844D2DA-3CED-4E99-9555-83623FABD14D}" srcOrd="4" destOrd="0" presId="urn:microsoft.com/office/officeart/2008/layout/VerticalCurvedList"/>
    <dgm:cxn modelId="{BEC5A0B0-5ECB-4C0A-98F4-71B0ED7F95B6}" type="presParOf" srcId="{F844D2DA-3CED-4E99-9555-83623FABD14D}" destId="{A9790773-E97D-46E1-9C7E-454ECCD024AD}" srcOrd="0" destOrd="0" presId="urn:microsoft.com/office/officeart/2008/layout/VerticalCurvedList"/>
    <dgm:cxn modelId="{9106EC52-DA82-488C-81ED-7CEBA3EA418D}" type="presParOf" srcId="{8FCD35BB-F285-446A-93BF-A647825B5A5B}" destId="{433CC392-BC40-4C07-9068-67B7EFD568F4}" srcOrd="5" destOrd="0" presId="urn:microsoft.com/office/officeart/2008/layout/VerticalCurvedList"/>
    <dgm:cxn modelId="{27AE0222-9999-4858-B8FF-EC8B52653C63}" type="presParOf" srcId="{8FCD35BB-F285-446A-93BF-A647825B5A5B}" destId="{9B68CF61-56A5-4B6A-950D-8F7A5A684BBA}" srcOrd="6" destOrd="0" presId="urn:microsoft.com/office/officeart/2008/layout/VerticalCurvedList"/>
    <dgm:cxn modelId="{0101DB13-AC5F-4606-961A-DA330CEDE24A}" type="presParOf" srcId="{9B68CF61-56A5-4B6A-950D-8F7A5A684BBA}" destId="{074DD717-43BA-43D6-BD17-4D94DA3310E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8F12E6E-D1B6-4209-960C-D50E39490FCD}" type="doc">
      <dgm:prSet loTypeId="urn:microsoft.com/office/officeart/2008/layout/VerticalCurvedList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A7E712C-4C71-4643-A392-89022BD4C49D}">
      <dgm:prSet phldrT="[Texte]" custT="1"/>
      <dgm:spPr/>
      <dgm:t>
        <a:bodyPr/>
        <a:lstStyle/>
        <a:p>
          <a:r>
            <a:rPr lang="en-US" sz="2400" b="1" cap="none" spc="0" dirty="0" err="1">
              <a:ln/>
              <a:effectLst/>
            </a:rPr>
            <a:t>Amélioration</a:t>
          </a:r>
          <a:r>
            <a:rPr lang="en-US" sz="2400" b="1" cap="none" spc="0" dirty="0">
              <a:ln/>
              <a:effectLst/>
            </a:rPr>
            <a:t> continue</a:t>
          </a:r>
        </a:p>
      </dgm:t>
    </dgm:pt>
    <dgm:pt modelId="{31F635DC-AA1A-4217-8B1F-521361B62AFD}" type="parTrans" cxnId="{B440AA28-DD62-423A-BD3C-2F489EB83EA3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266E5B1B-796D-4071-A0B9-EC0CC31BB1B8}" type="sibTrans" cxnId="{B440AA28-DD62-423A-BD3C-2F489EB83EA3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9643C233-E401-4BD0-AC60-3A545D65E705}">
      <dgm:prSet phldrT="[Texte]" custT="1"/>
      <dgm:spPr/>
      <dgm:t>
        <a:bodyPr/>
        <a:lstStyle/>
        <a:p>
          <a:r>
            <a:rPr lang="fr-FR" sz="2400" b="1" i="0" dirty="0">
              <a:solidFill>
                <a:srgbClr val="FF0000"/>
              </a:solidFill>
            </a:rPr>
            <a:t>Outils de résolution de problèmes</a:t>
          </a:r>
          <a:endParaRPr lang="en-US" sz="2400" b="1" cap="none" spc="0" dirty="0">
            <a:ln/>
            <a:solidFill>
              <a:srgbClr val="FF0000"/>
            </a:solidFill>
            <a:effectLst/>
          </a:endParaRPr>
        </a:p>
      </dgm:t>
    </dgm:pt>
    <dgm:pt modelId="{471FE37B-9A40-44C2-99C1-0643543B9168}" type="parTrans" cxnId="{4DA86D60-6B6C-4809-8D2E-711DB91D694D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A14551DB-0446-4546-A239-34C582E09BCF}" type="sibTrans" cxnId="{4DA86D60-6B6C-4809-8D2E-711DB91D694D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04C6BC37-6C7B-4A1E-A14F-66A65A024B4D}">
      <dgm:prSet custT="1"/>
      <dgm:spPr/>
      <dgm:t>
        <a:bodyPr/>
        <a:lstStyle/>
        <a:p>
          <a:r>
            <a:rPr lang="fr-FR" sz="2400" b="1" i="0" kern="1200" dirty="0">
              <a:solidFill>
                <a:srgbClr val="000000"/>
              </a:solidFill>
              <a:latin typeface="Tahoma"/>
              <a:ea typeface="+mn-ea"/>
              <a:cs typeface="+mn-cs"/>
            </a:rPr>
            <a:t>Méthode 8D</a:t>
          </a:r>
        </a:p>
      </dgm:t>
    </dgm:pt>
    <dgm:pt modelId="{B00D9B7F-DE48-403F-B552-6A2FFF2D4FA0}" type="parTrans" cxnId="{731C63AB-933A-4819-B22E-7AC8D66D8EBF}">
      <dgm:prSet/>
      <dgm:spPr/>
      <dgm:t>
        <a:bodyPr/>
        <a:lstStyle/>
        <a:p>
          <a:endParaRPr lang="fr-FR"/>
        </a:p>
      </dgm:t>
    </dgm:pt>
    <dgm:pt modelId="{0A4DFCA4-4B39-4291-AB4E-2C85B10A15BD}" type="sibTrans" cxnId="{731C63AB-933A-4819-B22E-7AC8D66D8EBF}">
      <dgm:prSet/>
      <dgm:spPr/>
      <dgm:t>
        <a:bodyPr/>
        <a:lstStyle/>
        <a:p>
          <a:endParaRPr lang="fr-FR"/>
        </a:p>
      </dgm:t>
    </dgm:pt>
    <dgm:pt modelId="{3BAA4AE0-B554-485D-8BE1-D156749993EE}" type="pres">
      <dgm:prSet presAssocID="{28F12E6E-D1B6-4209-960C-D50E39490FCD}" presName="Name0" presStyleCnt="0">
        <dgm:presLayoutVars>
          <dgm:chMax val="7"/>
          <dgm:chPref val="7"/>
          <dgm:dir/>
        </dgm:presLayoutVars>
      </dgm:prSet>
      <dgm:spPr/>
    </dgm:pt>
    <dgm:pt modelId="{8FCD35BB-F285-446A-93BF-A647825B5A5B}" type="pres">
      <dgm:prSet presAssocID="{28F12E6E-D1B6-4209-960C-D50E39490FCD}" presName="Name1" presStyleCnt="0"/>
      <dgm:spPr/>
    </dgm:pt>
    <dgm:pt modelId="{BD94C79C-59D2-4F87-AC2A-FC0663D19582}" type="pres">
      <dgm:prSet presAssocID="{28F12E6E-D1B6-4209-960C-D50E39490FCD}" presName="cycle" presStyleCnt="0"/>
      <dgm:spPr/>
    </dgm:pt>
    <dgm:pt modelId="{8B44C25F-93CF-4800-8D2C-48AF2348878A}" type="pres">
      <dgm:prSet presAssocID="{28F12E6E-D1B6-4209-960C-D50E39490FCD}" presName="srcNode" presStyleLbl="node1" presStyleIdx="0" presStyleCnt="3"/>
      <dgm:spPr/>
    </dgm:pt>
    <dgm:pt modelId="{03B6EF24-7444-4B61-8700-03C085FB2499}" type="pres">
      <dgm:prSet presAssocID="{28F12E6E-D1B6-4209-960C-D50E39490FCD}" presName="conn" presStyleLbl="parChTrans1D2" presStyleIdx="0" presStyleCnt="1"/>
      <dgm:spPr/>
    </dgm:pt>
    <dgm:pt modelId="{680CF41C-6B5C-440F-9D49-5024CC81F271}" type="pres">
      <dgm:prSet presAssocID="{28F12E6E-D1B6-4209-960C-D50E39490FCD}" presName="extraNode" presStyleLbl="node1" presStyleIdx="0" presStyleCnt="3"/>
      <dgm:spPr/>
    </dgm:pt>
    <dgm:pt modelId="{62DE0116-3CFD-4236-9507-EED76BB68A27}" type="pres">
      <dgm:prSet presAssocID="{28F12E6E-D1B6-4209-960C-D50E39490FCD}" presName="dstNode" presStyleLbl="node1" presStyleIdx="0" presStyleCnt="3"/>
      <dgm:spPr/>
    </dgm:pt>
    <dgm:pt modelId="{E562737D-EE27-4A57-8D05-76D44CF17A49}" type="pres">
      <dgm:prSet presAssocID="{CA7E712C-4C71-4643-A392-89022BD4C49D}" presName="text_1" presStyleLbl="node1" presStyleIdx="0" presStyleCnt="3">
        <dgm:presLayoutVars>
          <dgm:bulletEnabled val="1"/>
        </dgm:presLayoutVars>
      </dgm:prSet>
      <dgm:spPr/>
    </dgm:pt>
    <dgm:pt modelId="{FC854A87-1EB2-4098-9B7B-F97F359427DC}" type="pres">
      <dgm:prSet presAssocID="{CA7E712C-4C71-4643-A392-89022BD4C49D}" presName="accent_1" presStyleCnt="0"/>
      <dgm:spPr/>
    </dgm:pt>
    <dgm:pt modelId="{7F7345BE-810D-47B1-B2B3-AF25C89BA7BF}" type="pres">
      <dgm:prSet presAssocID="{CA7E712C-4C71-4643-A392-89022BD4C49D}" presName="accentRepeatNode" presStyleLbl="solidFgAcc1" presStyleIdx="0" presStyleCnt="3"/>
      <dgm:spPr/>
    </dgm:pt>
    <dgm:pt modelId="{B794541A-BB75-4B98-BB8C-52A3886AB250}" type="pres">
      <dgm:prSet presAssocID="{9643C233-E401-4BD0-AC60-3A545D65E705}" presName="text_2" presStyleLbl="node1" presStyleIdx="1" presStyleCnt="3">
        <dgm:presLayoutVars>
          <dgm:bulletEnabled val="1"/>
        </dgm:presLayoutVars>
      </dgm:prSet>
      <dgm:spPr/>
    </dgm:pt>
    <dgm:pt modelId="{F844D2DA-3CED-4E99-9555-83623FABD14D}" type="pres">
      <dgm:prSet presAssocID="{9643C233-E401-4BD0-AC60-3A545D65E705}" presName="accent_2" presStyleCnt="0"/>
      <dgm:spPr/>
    </dgm:pt>
    <dgm:pt modelId="{A9790773-E97D-46E1-9C7E-454ECCD024AD}" type="pres">
      <dgm:prSet presAssocID="{9643C233-E401-4BD0-AC60-3A545D65E705}" presName="accentRepeatNode" presStyleLbl="solidFgAcc1" presStyleIdx="1" presStyleCnt="3"/>
      <dgm:spPr/>
    </dgm:pt>
    <dgm:pt modelId="{433CC392-BC40-4C07-9068-67B7EFD568F4}" type="pres">
      <dgm:prSet presAssocID="{04C6BC37-6C7B-4A1E-A14F-66A65A024B4D}" presName="text_3" presStyleLbl="node1" presStyleIdx="2" presStyleCnt="3">
        <dgm:presLayoutVars>
          <dgm:bulletEnabled val="1"/>
        </dgm:presLayoutVars>
      </dgm:prSet>
      <dgm:spPr/>
    </dgm:pt>
    <dgm:pt modelId="{9B68CF61-56A5-4B6A-950D-8F7A5A684BBA}" type="pres">
      <dgm:prSet presAssocID="{04C6BC37-6C7B-4A1E-A14F-66A65A024B4D}" presName="accent_3" presStyleCnt="0"/>
      <dgm:spPr/>
    </dgm:pt>
    <dgm:pt modelId="{074DD717-43BA-43D6-BD17-4D94DA3310EA}" type="pres">
      <dgm:prSet presAssocID="{04C6BC37-6C7B-4A1E-A14F-66A65A024B4D}" presName="accentRepeatNode" presStyleLbl="solidFgAcc1" presStyleIdx="2" presStyleCnt="3"/>
      <dgm:spPr/>
    </dgm:pt>
  </dgm:ptLst>
  <dgm:cxnLst>
    <dgm:cxn modelId="{9AAF5309-F8C2-4A07-9891-758CCBA12365}" type="presOf" srcId="{CA7E712C-4C71-4643-A392-89022BD4C49D}" destId="{E562737D-EE27-4A57-8D05-76D44CF17A49}" srcOrd="0" destOrd="0" presId="urn:microsoft.com/office/officeart/2008/layout/VerticalCurvedList"/>
    <dgm:cxn modelId="{B440AA28-DD62-423A-BD3C-2F489EB83EA3}" srcId="{28F12E6E-D1B6-4209-960C-D50E39490FCD}" destId="{CA7E712C-4C71-4643-A392-89022BD4C49D}" srcOrd="0" destOrd="0" parTransId="{31F635DC-AA1A-4217-8B1F-521361B62AFD}" sibTransId="{266E5B1B-796D-4071-A0B9-EC0CC31BB1B8}"/>
    <dgm:cxn modelId="{8A50C637-33C3-4960-A974-A54E2EC9B60D}" type="presOf" srcId="{28F12E6E-D1B6-4209-960C-D50E39490FCD}" destId="{3BAA4AE0-B554-485D-8BE1-D156749993EE}" srcOrd="0" destOrd="0" presId="urn:microsoft.com/office/officeart/2008/layout/VerticalCurvedList"/>
    <dgm:cxn modelId="{4DA86D60-6B6C-4809-8D2E-711DB91D694D}" srcId="{28F12E6E-D1B6-4209-960C-D50E39490FCD}" destId="{9643C233-E401-4BD0-AC60-3A545D65E705}" srcOrd="1" destOrd="0" parTransId="{471FE37B-9A40-44C2-99C1-0643543B9168}" sibTransId="{A14551DB-0446-4546-A239-34C582E09BCF}"/>
    <dgm:cxn modelId="{D56B6C7C-1647-4254-9163-7A9A495FA874}" type="presOf" srcId="{9643C233-E401-4BD0-AC60-3A545D65E705}" destId="{B794541A-BB75-4B98-BB8C-52A3886AB250}" srcOrd="0" destOrd="0" presId="urn:microsoft.com/office/officeart/2008/layout/VerticalCurvedList"/>
    <dgm:cxn modelId="{731C63AB-933A-4819-B22E-7AC8D66D8EBF}" srcId="{28F12E6E-D1B6-4209-960C-D50E39490FCD}" destId="{04C6BC37-6C7B-4A1E-A14F-66A65A024B4D}" srcOrd="2" destOrd="0" parTransId="{B00D9B7F-DE48-403F-B552-6A2FFF2D4FA0}" sibTransId="{0A4DFCA4-4B39-4291-AB4E-2C85B10A15BD}"/>
    <dgm:cxn modelId="{31A6C9C6-1439-495C-AB34-BEF54720882B}" type="presOf" srcId="{04C6BC37-6C7B-4A1E-A14F-66A65A024B4D}" destId="{433CC392-BC40-4C07-9068-67B7EFD568F4}" srcOrd="0" destOrd="0" presId="urn:microsoft.com/office/officeart/2008/layout/VerticalCurvedList"/>
    <dgm:cxn modelId="{60CCF2F4-7B06-42D8-B041-958C14C61336}" type="presOf" srcId="{266E5B1B-796D-4071-A0B9-EC0CC31BB1B8}" destId="{03B6EF24-7444-4B61-8700-03C085FB2499}" srcOrd="0" destOrd="0" presId="urn:microsoft.com/office/officeart/2008/layout/VerticalCurvedList"/>
    <dgm:cxn modelId="{E033E7E6-9F31-40DC-BF97-663F6E68AE20}" type="presParOf" srcId="{3BAA4AE0-B554-485D-8BE1-D156749993EE}" destId="{8FCD35BB-F285-446A-93BF-A647825B5A5B}" srcOrd="0" destOrd="0" presId="urn:microsoft.com/office/officeart/2008/layout/VerticalCurvedList"/>
    <dgm:cxn modelId="{07C2E6B7-7B2D-4EEA-8588-DA003118AB11}" type="presParOf" srcId="{8FCD35BB-F285-446A-93BF-A647825B5A5B}" destId="{BD94C79C-59D2-4F87-AC2A-FC0663D19582}" srcOrd="0" destOrd="0" presId="urn:microsoft.com/office/officeart/2008/layout/VerticalCurvedList"/>
    <dgm:cxn modelId="{0D2BF3F8-DE7D-4FC6-9BB8-BC404C89A87A}" type="presParOf" srcId="{BD94C79C-59D2-4F87-AC2A-FC0663D19582}" destId="{8B44C25F-93CF-4800-8D2C-48AF2348878A}" srcOrd="0" destOrd="0" presId="urn:microsoft.com/office/officeart/2008/layout/VerticalCurvedList"/>
    <dgm:cxn modelId="{7C933793-E02E-40A1-B764-E4D5A94762FE}" type="presParOf" srcId="{BD94C79C-59D2-4F87-AC2A-FC0663D19582}" destId="{03B6EF24-7444-4B61-8700-03C085FB2499}" srcOrd="1" destOrd="0" presId="urn:microsoft.com/office/officeart/2008/layout/VerticalCurvedList"/>
    <dgm:cxn modelId="{EFE08689-199E-483B-9012-0FBCA6867329}" type="presParOf" srcId="{BD94C79C-59D2-4F87-AC2A-FC0663D19582}" destId="{680CF41C-6B5C-440F-9D49-5024CC81F271}" srcOrd="2" destOrd="0" presId="urn:microsoft.com/office/officeart/2008/layout/VerticalCurvedList"/>
    <dgm:cxn modelId="{D771E784-0CE5-41A0-BF6F-8D6B46DA1A29}" type="presParOf" srcId="{BD94C79C-59D2-4F87-AC2A-FC0663D19582}" destId="{62DE0116-3CFD-4236-9507-EED76BB68A27}" srcOrd="3" destOrd="0" presId="urn:microsoft.com/office/officeart/2008/layout/VerticalCurvedList"/>
    <dgm:cxn modelId="{2138B399-0662-4F30-8FE5-DC3BE0D48A27}" type="presParOf" srcId="{8FCD35BB-F285-446A-93BF-A647825B5A5B}" destId="{E562737D-EE27-4A57-8D05-76D44CF17A49}" srcOrd="1" destOrd="0" presId="urn:microsoft.com/office/officeart/2008/layout/VerticalCurvedList"/>
    <dgm:cxn modelId="{5EDE33DB-0BC3-4AB2-898B-5C6138613933}" type="presParOf" srcId="{8FCD35BB-F285-446A-93BF-A647825B5A5B}" destId="{FC854A87-1EB2-4098-9B7B-F97F359427DC}" srcOrd="2" destOrd="0" presId="urn:microsoft.com/office/officeart/2008/layout/VerticalCurvedList"/>
    <dgm:cxn modelId="{A53D1140-E09C-4148-91D2-D7055233E3E8}" type="presParOf" srcId="{FC854A87-1EB2-4098-9B7B-F97F359427DC}" destId="{7F7345BE-810D-47B1-B2B3-AF25C89BA7BF}" srcOrd="0" destOrd="0" presId="urn:microsoft.com/office/officeart/2008/layout/VerticalCurvedList"/>
    <dgm:cxn modelId="{B05B06A8-D33C-4CE7-95BB-AB7A284118F8}" type="presParOf" srcId="{8FCD35BB-F285-446A-93BF-A647825B5A5B}" destId="{B794541A-BB75-4B98-BB8C-52A3886AB250}" srcOrd="3" destOrd="0" presId="urn:microsoft.com/office/officeart/2008/layout/VerticalCurvedList"/>
    <dgm:cxn modelId="{D88CCD88-DA73-411A-BDEF-B2DFD4A1F3EC}" type="presParOf" srcId="{8FCD35BB-F285-446A-93BF-A647825B5A5B}" destId="{F844D2DA-3CED-4E99-9555-83623FABD14D}" srcOrd="4" destOrd="0" presId="urn:microsoft.com/office/officeart/2008/layout/VerticalCurvedList"/>
    <dgm:cxn modelId="{BEC5A0B0-5ECB-4C0A-98F4-71B0ED7F95B6}" type="presParOf" srcId="{F844D2DA-3CED-4E99-9555-83623FABD14D}" destId="{A9790773-E97D-46E1-9C7E-454ECCD024AD}" srcOrd="0" destOrd="0" presId="urn:microsoft.com/office/officeart/2008/layout/VerticalCurvedList"/>
    <dgm:cxn modelId="{9106EC52-DA82-488C-81ED-7CEBA3EA418D}" type="presParOf" srcId="{8FCD35BB-F285-446A-93BF-A647825B5A5B}" destId="{433CC392-BC40-4C07-9068-67B7EFD568F4}" srcOrd="5" destOrd="0" presId="urn:microsoft.com/office/officeart/2008/layout/VerticalCurvedList"/>
    <dgm:cxn modelId="{27AE0222-9999-4858-B8FF-EC8B52653C63}" type="presParOf" srcId="{8FCD35BB-F285-446A-93BF-A647825B5A5B}" destId="{9B68CF61-56A5-4B6A-950D-8F7A5A684BBA}" srcOrd="6" destOrd="0" presId="urn:microsoft.com/office/officeart/2008/layout/VerticalCurvedList"/>
    <dgm:cxn modelId="{0101DB13-AC5F-4606-961A-DA330CEDE24A}" type="presParOf" srcId="{9B68CF61-56A5-4B6A-950D-8F7A5A684BBA}" destId="{074DD717-43BA-43D6-BD17-4D94DA3310E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87B0C06-6A0E-4181-B031-DB1A0789689A}" type="doc">
      <dgm:prSet loTypeId="urn:microsoft.com/office/officeart/2005/8/layout/chevron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fr-FR"/>
        </a:p>
      </dgm:t>
    </dgm:pt>
    <dgm:pt modelId="{3A5D3683-514F-42D1-8F3E-B883B76B1057}">
      <dgm:prSet phldrT="[Texte]"/>
      <dgm:spPr/>
      <dgm:t>
        <a:bodyPr/>
        <a:lstStyle/>
        <a:p>
          <a:r>
            <a:rPr lang="fr-FR" dirty="0"/>
            <a:t>Solution</a:t>
          </a:r>
        </a:p>
      </dgm:t>
    </dgm:pt>
    <dgm:pt modelId="{F250EEE8-CE56-4B45-8099-CF1D0C61D260}" type="parTrans" cxnId="{031B27A3-1EF9-4DB1-841A-23EBAE8D7BA1}">
      <dgm:prSet/>
      <dgm:spPr/>
      <dgm:t>
        <a:bodyPr/>
        <a:lstStyle/>
        <a:p>
          <a:endParaRPr lang="fr-FR"/>
        </a:p>
      </dgm:t>
    </dgm:pt>
    <dgm:pt modelId="{1F310BDE-6F24-42C4-B46E-3B55641ED391}" type="sibTrans" cxnId="{031B27A3-1EF9-4DB1-841A-23EBAE8D7BA1}">
      <dgm:prSet/>
      <dgm:spPr/>
      <dgm:t>
        <a:bodyPr/>
        <a:lstStyle/>
        <a:p>
          <a:endParaRPr lang="fr-FR"/>
        </a:p>
      </dgm:t>
    </dgm:pt>
    <dgm:pt modelId="{953DE38F-0C01-494D-9465-1F24F819216E}">
      <dgm:prSet phldrT="[Texte]"/>
      <dgm:spPr/>
      <dgm:t>
        <a:bodyPr/>
        <a:lstStyle/>
        <a:p>
          <a:r>
            <a:rPr lang="fr-FR" dirty="0"/>
            <a:t>Efficacité</a:t>
          </a:r>
        </a:p>
      </dgm:t>
    </dgm:pt>
    <dgm:pt modelId="{CAF7EF57-5B3F-4742-9ADC-E048796E2FA9}" type="parTrans" cxnId="{363A3EA4-169C-4139-8932-05FB01DA3A17}">
      <dgm:prSet/>
      <dgm:spPr/>
      <dgm:t>
        <a:bodyPr/>
        <a:lstStyle/>
        <a:p>
          <a:endParaRPr lang="fr-FR"/>
        </a:p>
      </dgm:t>
    </dgm:pt>
    <dgm:pt modelId="{D410D828-D975-4BFA-B396-2D25B80C6D6F}" type="sibTrans" cxnId="{363A3EA4-169C-4139-8932-05FB01DA3A17}">
      <dgm:prSet/>
      <dgm:spPr/>
      <dgm:t>
        <a:bodyPr/>
        <a:lstStyle/>
        <a:p>
          <a:endParaRPr lang="fr-FR"/>
        </a:p>
      </dgm:t>
    </dgm:pt>
    <dgm:pt modelId="{B08AF636-C93E-408E-BB36-3A001DAF7252}">
      <dgm:prSet phldrT="[Texte]"/>
      <dgm:spPr/>
      <dgm:t>
        <a:bodyPr/>
        <a:lstStyle/>
        <a:p>
          <a:r>
            <a:rPr lang="fr-FR" dirty="0"/>
            <a:t>Mise en œuvre (temps, ressources)</a:t>
          </a:r>
        </a:p>
      </dgm:t>
    </dgm:pt>
    <dgm:pt modelId="{063E59F0-035C-47D0-A1A7-E94F0EF73517}" type="parTrans" cxnId="{75DDF9D6-2E91-4D68-AB0A-149502B3E2D6}">
      <dgm:prSet/>
      <dgm:spPr/>
      <dgm:t>
        <a:bodyPr/>
        <a:lstStyle/>
        <a:p>
          <a:endParaRPr lang="fr-FR"/>
        </a:p>
      </dgm:t>
    </dgm:pt>
    <dgm:pt modelId="{C9AD93F6-8B55-4C43-B056-083A51658DA8}" type="sibTrans" cxnId="{75DDF9D6-2E91-4D68-AB0A-149502B3E2D6}">
      <dgm:prSet/>
      <dgm:spPr/>
      <dgm:t>
        <a:bodyPr/>
        <a:lstStyle/>
        <a:p>
          <a:endParaRPr lang="fr-FR"/>
        </a:p>
      </dgm:t>
    </dgm:pt>
    <dgm:pt modelId="{E8DB51FF-BC4E-482C-A7DD-D3D62147A6D4}">
      <dgm:prSet phldrT="[Texte]"/>
      <dgm:spPr/>
      <dgm:t>
        <a:bodyPr/>
        <a:lstStyle/>
        <a:p>
          <a:r>
            <a:rPr lang="fr-FR" dirty="0"/>
            <a:t>Forces et Faiblesses</a:t>
          </a:r>
        </a:p>
      </dgm:t>
    </dgm:pt>
    <dgm:pt modelId="{8F2395BD-81D6-4855-B2E4-F0D1894B2C86}" type="parTrans" cxnId="{9D66F30F-1E79-4E7A-BB05-3D929763CF10}">
      <dgm:prSet/>
      <dgm:spPr/>
      <dgm:t>
        <a:bodyPr/>
        <a:lstStyle/>
        <a:p>
          <a:endParaRPr lang="fr-FR"/>
        </a:p>
      </dgm:t>
    </dgm:pt>
    <dgm:pt modelId="{6C8684CD-6F00-406C-8090-38B9828F5DF1}" type="sibTrans" cxnId="{9D66F30F-1E79-4E7A-BB05-3D929763CF10}">
      <dgm:prSet/>
      <dgm:spPr/>
      <dgm:t>
        <a:bodyPr/>
        <a:lstStyle/>
        <a:p>
          <a:endParaRPr lang="fr-FR"/>
        </a:p>
      </dgm:t>
    </dgm:pt>
    <dgm:pt modelId="{C29474FF-9F32-4E87-96BC-B273BDD80B2C}">
      <dgm:prSet phldrT="[Texte]"/>
      <dgm:spPr/>
      <dgm:t>
        <a:bodyPr/>
        <a:lstStyle/>
        <a:p>
          <a:r>
            <a:rPr lang="fr-FR" dirty="0"/>
            <a:t>Réelles</a:t>
          </a:r>
        </a:p>
      </dgm:t>
    </dgm:pt>
    <dgm:pt modelId="{465D4CDA-1D12-42DB-806E-B2927D659990}" type="parTrans" cxnId="{863F646E-0132-44DC-88C2-E1298262574F}">
      <dgm:prSet/>
      <dgm:spPr/>
      <dgm:t>
        <a:bodyPr/>
        <a:lstStyle/>
        <a:p>
          <a:endParaRPr lang="fr-FR"/>
        </a:p>
      </dgm:t>
    </dgm:pt>
    <dgm:pt modelId="{C866DF5F-8A7B-496F-B173-0C7CBF7569EF}" type="sibTrans" cxnId="{863F646E-0132-44DC-88C2-E1298262574F}">
      <dgm:prSet/>
      <dgm:spPr/>
      <dgm:t>
        <a:bodyPr/>
        <a:lstStyle/>
        <a:p>
          <a:endParaRPr lang="fr-FR"/>
        </a:p>
      </dgm:t>
    </dgm:pt>
    <dgm:pt modelId="{A7826632-1319-44ED-903F-424558E7B1A1}">
      <dgm:prSet phldrT="[Texte]"/>
      <dgm:spPr/>
      <dgm:t>
        <a:bodyPr/>
        <a:lstStyle/>
        <a:p>
          <a:r>
            <a:rPr lang="fr-FR" dirty="0">
              <a:solidFill>
                <a:srgbClr val="FF0000"/>
              </a:solidFill>
            </a:rPr>
            <a:t>Internes (souvent)</a:t>
          </a:r>
        </a:p>
      </dgm:t>
    </dgm:pt>
    <dgm:pt modelId="{AE1148CD-CBEB-454E-B6CA-F218E25735C1}" type="parTrans" cxnId="{7C042C48-A90C-4F04-9195-698050B3BA05}">
      <dgm:prSet/>
      <dgm:spPr/>
      <dgm:t>
        <a:bodyPr/>
        <a:lstStyle/>
        <a:p>
          <a:endParaRPr lang="fr-FR"/>
        </a:p>
      </dgm:t>
    </dgm:pt>
    <dgm:pt modelId="{7072AC7B-0420-4680-AE72-25B074DE0619}" type="sibTrans" cxnId="{7C042C48-A90C-4F04-9195-698050B3BA05}">
      <dgm:prSet/>
      <dgm:spPr/>
      <dgm:t>
        <a:bodyPr/>
        <a:lstStyle/>
        <a:p>
          <a:endParaRPr lang="fr-FR"/>
        </a:p>
      </dgm:t>
    </dgm:pt>
    <dgm:pt modelId="{C8D18E02-9239-4C1B-8CD1-B46ECE7E88F5}">
      <dgm:prSet phldrT="[Texte]"/>
      <dgm:spPr/>
      <dgm:t>
        <a:bodyPr/>
        <a:lstStyle/>
        <a:p>
          <a:r>
            <a:rPr lang="fr-FR" dirty="0"/>
            <a:t>Opportunités et Menaces</a:t>
          </a:r>
        </a:p>
      </dgm:t>
    </dgm:pt>
    <dgm:pt modelId="{03901AFC-AFAE-4B5D-BA4A-7ABAF90AF468}" type="parTrans" cxnId="{A5D539F0-775F-430A-8723-D3771DB55E25}">
      <dgm:prSet/>
      <dgm:spPr/>
      <dgm:t>
        <a:bodyPr/>
        <a:lstStyle/>
        <a:p>
          <a:endParaRPr lang="fr-FR"/>
        </a:p>
      </dgm:t>
    </dgm:pt>
    <dgm:pt modelId="{9ECBEB8A-C789-4D59-A9A9-A0FD6D56CA49}" type="sibTrans" cxnId="{A5D539F0-775F-430A-8723-D3771DB55E25}">
      <dgm:prSet/>
      <dgm:spPr/>
      <dgm:t>
        <a:bodyPr/>
        <a:lstStyle/>
        <a:p>
          <a:endParaRPr lang="fr-FR"/>
        </a:p>
      </dgm:t>
    </dgm:pt>
    <dgm:pt modelId="{F13DF900-C0FC-4CB1-8A19-BEFC289D8B65}">
      <dgm:prSet phldrT="[Texte]"/>
      <dgm:spPr/>
      <dgm:t>
        <a:bodyPr/>
        <a:lstStyle/>
        <a:p>
          <a:r>
            <a:rPr lang="fr-FR" dirty="0"/>
            <a:t>Hypothèses/du futur</a:t>
          </a:r>
        </a:p>
      </dgm:t>
    </dgm:pt>
    <dgm:pt modelId="{55DACF60-3003-40BA-9791-C5AECC533C4E}" type="parTrans" cxnId="{C52A2124-7558-40B7-9134-27758ABC5D1F}">
      <dgm:prSet/>
      <dgm:spPr/>
      <dgm:t>
        <a:bodyPr/>
        <a:lstStyle/>
        <a:p>
          <a:endParaRPr lang="fr-FR"/>
        </a:p>
      </dgm:t>
    </dgm:pt>
    <dgm:pt modelId="{114CB02E-C3C3-46DE-9863-BE540369ECCE}" type="sibTrans" cxnId="{C52A2124-7558-40B7-9134-27758ABC5D1F}">
      <dgm:prSet/>
      <dgm:spPr/>
      <dgm:t>
        <a:bodyPr/>
        <a:lstStyle/>
        <a:p>
          <a:endParaRPr lang="fr-FR"/>
        </a:p>
      </dgm:t>
    </dgm:pt>
    <dgm:pt modelId="{90FDF21C-E573-42EF-95B8-F6EE657041A5}">
      <dgm:prSet phldrT="[Texte]"/>
      <dgm:spPr/>
      <dgm:t>
        <a:bodyPr/>
        <a:lstStyle/>
        <a:p>
          <a:r>
            <a:rPr lang="fr-FR" dirty="0">
              <a:solidFill>
                <a:srgbClr val="FF0000"/>
              </a:solidFill>
            </a:rPr>
            <a:t>Externes (souvent)</a:t>
          </a:r>
        </a:p>
      </dgm:t>
    </dgm:pt>
    <dgm:pt modelId="{3FBD7572-D461-4591-8BE4-0F954E73F98B}" type="parTrans" cxnId="{2433998F-B237-493A-B836-43D2E36B7085}">
      <dgm:prSet/>
      <dgm:spPr/>
      <dgm:t>
        <a:bodyPr/>
        <a:lstStyle/>
        <a:p>
          <a:endParaRPr lang="fr-FR"/>
        </a:p>
      </dgm:t>
    </dgm:pt>
    <dgm:pt modelId="{155F0FB0-F23A-451E-8599-B4640435E80F}" type="sibTrans" cxnId="{2433998F-B237-493A-B836-43D2E36B7085}">
      <dgm:prSet/>
      <dgm:spPr/>
      <dgm:t>
        <a:bodyPr/>
        <a:lstStyle/>
        <a:p>
          <a:endParaRPr lang="fr-FR"/>
        </a:p>
      </dgm:t>
    </dgm:pt>
    <dgm:pt modelId="{30A3EEA5-FE68-46F4-8F16-B5BFC08D5029}" type="pres">
      <dgm:prSet presAssocID="{887B0C06-6A0E-4181-B031-DB1A0789689A}" presName="linearFlow" presStyleCnt="0">
        <dgm:presLayoutVars>
          <dgm:dir/>
          <dgm:animLvl val="lvl"/>
          <dgm:resizeHandles val="exact"/>
        </dgm:presLayoutVars>
      </dgm:prSet>
      <dgm:spPr/>
    </dgm:pt>
    <dgm:pt modelId="{90BEBC6D-35B8-419D-AE6A-EF71C24940AA}" type="pres">
      <dgm:prSet presAssocID="{3A5D3683-514F-42D1-8F3E-B883B76B1057}" presName="composite" presStyleCnt="0"/>
      <dgm:spPr/>
    </dgm:pt>
    <dgm:pt modelId="{56C1AD58-881B-48FA-A9F3-1E32CDBD0A5A}" type="pres">
      <dgm:prSet presAssocID="{3A5D3683-514F-42D1-8F3E-B883B76B1057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81C7D90A-AA27-4465-90B6-6579FB20091D}" type="pres">
      <dgm:prSet presAssocID="{3A5D3683-514F-42D1-8F3E-B883B76B1057}" presName="descendantText" presStyleLbl="alignAcc1" presStyleIdx="0" presStyleCnt="3">
        <dgm:presLayoutVars>
          <dgm:bulletEnabled val="1"/>
        </dgm:presLayoutVars>
      </dgm:prSet>
      <dgm:spPr/>
    </dgm:pt>
    <dgm:pt modelId="{28CFB94E-8214-47E6-8D9E-A379ED2F92F7}" type="pres">
      <dgm:prSet presAssocID="{1F310BDE-6F24-42C4-B46E-3B55641ED391}" presName="sp" presStyleCnt="0"/>
      <dgm:spPr/>
    </dgm:pt>
    <dgm:pt modelId="{9E08F8F9-5FA6-44CE-9FD5-5BC44EB9EAE8}" type="pres">
      <dgm:prSet presAssocID="{E8DB51FF-BC4E-482C-A7DD-D3D62147A6D4}" presName="composite" presStyleCnt="0"/>
      <dgm:spPr/>
    </dgm:pt>
    <dgm:pt modelId="{F220FF5B-7D3B-461E-A708-9285BB91E8D5}" type="pres">
      <dgm:prSet presAssocID="{E8DB51FF-BC4E-482C-A7DD-D3D62147A6D4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692BE5F1-CE44-4F29-94A3-274573C989A4}" type="pres">
      <dgm:prSet presAssocID="{E8DB51FF-BC4E-482C-A7DD-D3D62147A6D4}" presName="descendantText" presStyleLbl="alignAcc1" presStyleIdx="1" presStyleCnt="3">
        <dgm:presLayoutVars>
          <dgm:bulletEnabled val="1"/>
        </dgm:presLayoutVars>
      </dgm:prSet>
      <dgm:spPr/>
    </dgm:pt>
    <dgm:pt modelId="{2BC6AD25-4F8D-4E10-8125-844E18B3845F}" type="pres">
      <dgm:prSet presAssocID="{6C8684CD-6F00-406C-8090-38B9828F5DF1}" presName="sp" presStyleCnt="0"/>
      <dgm:spPr/>
    </dgm:pt>
    <dgm:pt modelId="{CFD88CF8-C465-422F-B05D-EA9CFE5A67AE}" type="pres">
      <dgm:prSet presAssocID="{C8D18E02-9239-4C1B-8CD1-B46ECE7E88F5}" presName="composite" presStyleCnt="0"/>
      <dgm:spPr/>
    </dgm:pt>
    <dgm:pt modelId="{2472E21E-73CB-4944-A057-BCF567E15992}" type="pres">
      <dgm:prSet presAssocID="{C8D18E02-9239-4C1B-8CD1-B46ECE7E88F5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716323DD-F32F-45C3-A636-6CCF551FF781}" type="pres">
      <dgm:prSet presAssocID="{C8D18E02-9239-4C1B-8CD1-B46ECE7E88F5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9D66F30F-1E79-4E7A-BB05-3D929763CF10}" srcId="{887B0C06-6A0E-4181-B031-DB1A0789689A}" destId="{E8DB51FF-BC4E-482C-A7DD-D3D62147A6D4}" srcOrd="1" destOrd="0" parTransId="{8F2395BD-81D6-4855-B2E4-F0D1894B2C86}" sibTransId="{6C8684CD-6F00-406C-8090-38B9828F5DF1}"/>
    <dgm:cxn modelId="{F2307319-5D49-4598-B0AC-83310ED5BBAD}" type="presOf" srcId="{C8D18E02-9239-4C1B-8CD1-B46ECE7E88F5}" destId="{2472E21E-73CB-4944-A057-BCF567E15992}" srcOrd="0" destOrd="0" presId="urn:microsoft.com/office/officeart/2005/8/layout/chevron2"/>
    <dgm:cxn modelId="{DF1B381E-0DC2-473E-BB66-B5B18FD24F87}" type="presOf" srcId="{F13DF900-C0FC-4CB1-8A19-BEFC289D8B65}" destId="{716323DD-F32F-45C3-A636-6CCF551FF781}" srcOrd="0" destOrd="0" presId="urn:microsoft.com/office/officeart/2005/8/layout/chevron2"/>
    <dgm:cxn modelId="{47D21622-99FB-4901-B40F-03208DC28AE1}" type="presOf" srcId="{B08AF636-C93E-408E-BB36-3A001DAF7252}" destId="{81C7D90A-AA27-4465-90B6-6579FB20091D}" srcOrd="0" destOrd="1" presId="urn:microsoft.com/office/officeart/2005/8/layout/chevron2"/>
    <dgm:cxn modelId="{C52A2124-7558-40B7-9134-27758ABC5D1F}" srcId="{C8D18E02-9239-4C1B-8CD1-B46ECE7E88F5}" destId="{F13DF900-C0FC-4CB1-8A19-BEFC289D8B65}" srcOrd="0" destOrd="0" parTransId="{55DACF60-3003-40BA-9791-C5AECC533C4E}" sibTransId="{114CB02E-C3C3-46DE-9863-BE540369ECCE}"/>
    <dgm:cxn modelId="{B4692962-E8DA-4863-A948-BE26F5D130F6}" type="presOf" srcId="{C29474FF-9F32-4E87-96BC-B273BDD80B2C}" destId="{692BE5F1-CE44-4F29-94A3-274573C989A4}" srcOrd="0" destOrd="0" presId="urn:microsoft.com/office/officeart/2005/8/layout/chevron2"/>
    <dgm:cxn modelId="{DA1AF247-F510-4942-9355-B27D009D4012}" type="presOf" srcId="{A7826632-1319-44ED-903F-424558E7B1A1}" destId="{692BE5F1-CE44-4F29-94A3-274573C989A4}" srcOrd="0" destOrd="1" presId="urn:microsoft.com/office/officeart/2005/8/layout/chevron2"/>
    <dgm:cxn modelId="{7C042C48-A90C-4F04-9195-698050B3BA05}" srcId="{E8DB51FF-BC4E-482C-A7DD-D3D62147A6D4}" destId="{A7826632-1319-44ED-903F-424558E7B1A1}" srcOrd="1" destOrd="0" parTransId="{AE1148CD-CBEB-454E-B6CA-F218E25735C1}" sibTransId="{7072AC7B-0420-4680-AE72-25B074DE0619}"/>
    <dgm:cxn modelId="{BFCD8F4B-3D4B-433E-AB02-7DD101015463}" type="presOf" srcId="{3A5D3683-514F-42D1-8F3E-B883B76B1057}" destId="{56C1AD58-881B-48FA-A9F3-1E32CDBD0A5A}" srcOrd="0" destOrd="0" presId="urn:microsoft.com/office/officeart/2005/8/layout/chevron2"/>
    <dgm:cxn modelId="{863F646E-0132-44DC-88C2-E1298262574F}" srcId="{E8DB51FF-BC4E-482C-A7DD-D3D62147A6D4}" destId="{C29474FF-9F32-4E87-96BC-B273BDD80B2C}" srcOrd="0" destOrd="0" parTransId="{465D4CDA-1D12-42DB-806E-B2927D659990}" sibTransId="{C866DF5F-8A7B-496F-B173-0C7CBF7569EF}"/>
    <dgm:cxn modelId="{8BCCDE50-8E96-4735-AE0F-CB4EDF816F0D}" type="presOf" srcId="{887B0C06-6A0E-4181-B031-DB1A0789689A}" destId="{30A3EEA5-FE68-46F4-8F16-B5BFC08D5029}" srcOrd="0" destOrd="0" presId="urn:microsoft.com/office/officeart/2005/8/layout/chevron2"/>
    <dgm:cxn modelId="{935A3579-3B77-4C1B-9C73-99C41148A563}" type="presOf" srcId="{90FDF21C-E573-42EF-95B8-F6EE657041A5}" destId="{716323DD-F32F-45C3-A636-6CCF551FF781}" srcOrd="0" destOrd="1" presId="urn:microsoft.com/office/officeart/2005/8/layout/chevron2"/>
    <dgm:cxn modelId="{2433998F-B237-493A-B836-43D2E36B7085}" srcId="{C8D18E02-9239-4C1B-8CD1-B46ECE7E88F5}" destId="{90FDF21C-E573-42EF-95B8-F6EE657041A5}" srcOrd="1" destOrd="0" parTransId="{3FBD7572-D461-4591-8BE4-0F954E73F98B}" sibTransId="{155F0FB0-F23A-451E-8599-B4640435E80F}"/>
    <dgm:cxn modelId="{031B27A3-1EF9-4DB1-841A-23EBAE8D7BA1}" srcId="{887B0C06-6A0E-4181-B031-DB1A0789689A}" destId="{3A5D3683-514F-42D1-8F3E-B883B76B1057}" srcOrd="0" destOrd="0" parTransId="{F250EEE8-CE56-4B45-8099-CF1D0C61D260}" sibTransId="{1F310BDE-6F24-42C4-B46E-3B55641ED391}"/>
    <dgm:cxn modelId="{363A3EA4-169C-4139-8932-05FB01DA3A17}" srcId="{3A5D3683-514F-42D1-8F3E-B883B76B1057}" destId="{953DE38F-0C01-494D-9465-1F24F819216E}" srcOrd="0" destOrd="0" parTransId="{CAF7EF57-5B3F-4742-9ADC-E048796E2FA9}" sibTransId="{D410D828-D975-4BFA-B396-2D25B80C6D6F}"/>
    <dgm:cxn modelId="{441283CF-D416-4937-AEA8-DBCE820D6788}" type="presOf" srcId="{E8DB51FF-BC4E-482C-A7DD-D3D62147A6D4}" destId="{F220FF5B-7D3B-461E-A708-9285BB91E8D5}" srcOrd="0" destOrd="0" presId="urn:microsoft.com/office/officeart/2005/8/layout/chevron2"/>
    <dgm:cxn modelId="{75DDF9D6-2E91-4D68-AB0A-149502B3E2D6}" srcId="{3A5D3683-514F-42D1-8F3E-B883B76B1057}" destId="{B08AF636-C93E-408E-BB36-3A001DAF7252}" srcOrd="1" destOrd="0" parTransId="{063E59F0-035C-47D0-A1A7-E94F0EF73517}" sibTransId="{C9AD93F6-8B55-4C43-B056-083A51658DA8}"/>
    <dgm:cxn modelId="{A5D539F0-775F-430A-8723-D3771DB55E25}" srcId="{887B0C06-6A0E-4181-B031-DB1A0789689A}" destId="{C8D18E02-9239-4C1B-8CD1-B46ECE7E88F5}" srcOrd="2" destOrd="0" parTransId="{03901AFC-AFAE-4B5D-BA4A-7ABAF90AF468}" sibTransId="{9ECBEB8A-C789-4D59-A9A9-A0FD6D56CA49}"/>
    <dgm:cxn modelId="{B118B8F9-33BD-4409-ADA6-02E5A0C8C9CD}" type="presOf" srcId="{953DE38F-0C01-494D-9465-1F24F819216E}" destId="{81C7D90A-AA27-4465-90B6-6579FB20091D}" srcOrd="0" destOrd="0" presId="urn:microsoft.com/office/officeart/2005/8/layout/chevron2"/>
    <dgm:cxn modelId="{C2D92225-0FC3-4652-B1A6-1F4AFFD00B1E}" type="presParOf" srcId="{30A3EEA5-FE68-46F4-8F16-B5BFC08D5029}" destId="{90BEBC6D-35B8-419D-AE6A-EF71C24940AA}" srcOrd="0" destOrd="0" presId="urn:microsoft.com/office/officeart/2005/8/layout/chevron2"/>
    <dgm:cxn modelId="{2A24C900-0A18-4460-AFC7-491AA899343F}" type="presParOf" srcId="{90BEBC6D-35B8-419D-AE6A-EF71C24940AA}" destId="{56C1AD58-881B-48FA-A9F3-1E32CDBD0A5A}" srcOrd="0" destOrd="0" presId="urn:microsoft.com/office/officeart/2005/8/layout/chevron2"/>
    <dgm:cxn modelId="{E4CE5C24-2559-46A9-997A-7E43D1BFC4D4}" type="presParOf" srcId="{90BEBC6D-35B8-419D-AE6A-EF71C24940AA}" destId="{81C7D90A-AA27-4465-90B6-6579FB20091D}" srcOrd="1" destOrd="0" presId="urn:microsoft.com/office/officeart/2005/8/layout/chevron2"/>
    <dgm:cxn modelId="{9486097E-7895-4E10-A568-C320BB3534A5}" type="presParOf" srcId="{30A3EEA5-FE68-46F4-8F16-B5BFC08D5029}" destId="{28CFB94E-8214-47E6-8D9E-A379ED2F92F7}" srcOrd="1" destOrd="0" presId="urn:microsoft.com/office/officeart/2005/8/layout/chevron2"/>
    <dgm:cxn modelId="{CBF7F877-3E7C-4799-9B35-95777AB1C6BB}" type="presParOf" srcId="{30A3EEA5-FE68-46F4-8F16-B5BFC08D5029}" destId="{9E08F8F9-5FA6-44CE-9FD5-5BC44EB9EAE8}" srcOrd="2" destOrd="0" presId="urn:microsoft.com/office/officeart/2005/8/layout/chevron2"/>
    <dgm:cxn modelId="{93028521-6706-4282-A719-FBC96C8E6483}" type="presParOf" srcId="{9E08F8F9-5FA6-44CE-9FD5-5BC44EB9EAE8}" destId="{F220FF5B-7D3B-461E-A708-9285BB91E8D5}" srcOrd="0" destOrd="0" presId="urn:microsoft.com/office/officeart/2005/8/layout/chevron2"/>
    <dgm:cxn modelId="{7BD14A5E-FB66-4172-B9EC-7B1E8F91489C}" type="presParOf" srcId="{9E08F8F9-5FA6-44CE-9FD5-5BC44EB9EAE8}" destId="{692BE5F1-CE44-4F29-94A3-274573C989A4}" srcOrd="1" destOrd="0" presId="urn:microsoft.com/office/officeart/2005/8/layout/chevron2"/>
    <dgm:cxn modelId="{96677182-0303-4262-82FE-82FE9ACD843A}" type="presParOf" srcId="{30A3EEA5-FE68-46F4-8F16-B5BFC08D5029}" destId="{2BC6AD25-4F8D-4E10-8125-844E18B3845F}" srcOrd="3" destOrd="0" presId="urn:microsoft.com/office/officeart/2005/8/layout/chevron2"/>
    <dgm:cxn modelId="{7724330D-C6BD-4E4C-9B43-6568F361F679}" type="presParOf" srcId="{30A3EEA5-FE68-46F4-8F16-B5BFC08D5029}" destId="{CFD88CF8-C465-422F-B05D-EA9CFE5A67AE}" srcOrd="4" destOrd="0" presId="urn:microsoft.com/office/officeart/2005/8/layout/chevron2"/>
    <dgm:cxn modelId="{D771B9DB-8ED8-4839-B928-49D94F3DBCFD}" type="presParOf" srcId="{CFD88CF8-C465-422F-B05D-EA9CFE5A67AE}" destId="{2472E21E-73CB-4944-A057-BCF567E15992}" srcOrd="0" destOrd="0" presId="urn:microsoft.com/office/officeart/2005/8/layout/chevron2"/>
    <dgm:cxn modelId="{AF4A33E9-4AAF-4EE0-AE5A-02905E9C9FDE}" type="presParOf" srcId="{CFD88CF8-C465-422F-B05D-EA9CFE5A67AE}" destId="{716323DD-F32F-45C3-A636-6CCF551FF78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BA76E18-D78F-4FA7-A762-D4B7202CDABA}" type="doc">
      <dgm:prSet loTypeId="urn:microsoft.com/office/officeart/2005/8/layout/process3" loCatId="process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6ACC9447-D685-4E38-93A5-AD045B8DA595}">
      <dgm:prSet phldrT="[Texte]" custT="1"/>
      <dgm:spPr/>
      <dgm:t>
        <a:bodyPr/>
        <a:lstStyle/>
        <a:p>
          <a:r>
            <a:rPr lang="fr-FR" sz="2000" dirty="0"/>
            <a:t>Forces</a:t>
          </a:r>
        </a:p>
      </dgm:t>
    </dgm:pt>
    <dgm:pt modelId="{2616C879-F1DE-46F2-B283-67DC0D3DE75B}" type="parTrans" cxnId="{A0B605A1-5DAA-4CF1-90B7-BF8CADD3FF45}">
      <dgm:prSet/>
      <dgm:spPr/>
      <dgm:t>
        <a:bodyPr/>
        <a:lstStyle/>
        <a:p>
          <a:endParaRPr lang="fr-FR"/>
        </a:p>
      </dgm:t>
    </dgm:pt>
    <dgm:pt modelId="{1FF2FAEE-6B06-4C4F-A03A-919F7F7CA0FB}" type="sibTrans" cxnId="{A0B605A1-5DAA-4CF1-90B7-BF8CADD3FF45}">
      <dgm:prSet/>
      <dgm:spPr/>
      <dgm:t>
        <a:bodyPr/>
        <a:lstStyle/>
        <a:p>
          <a:endParaRPr lang="fr-FR"/>
        </a:p>
      </dgm:t>
    </dgm:pt>
    <dgm:pt modelId="{3D0772E2-9B63-424E-8BCB-4B15AEB6C9D7}">
      <dgm:prSet phldrT="[Texte]" custT="1"/>
      <dgm:spPr/>
      <dgm:t>
        <a:bodyPr/>
        <a:lstStyle/>
        <a:p>
          <a:r>
            <a:rPr lang="fr-FR" sz="1400" dirty="0"/>
            <a:t>Problème totalement résolu</a:t>
          </a:r>
        </a:p>
      </dgm:t>
    </dgm:pt>
    <dgm:pt modelId="{B1C51036-365B-4576-99CD-9E0318D68630}" type="parTrans" cxnId="{E757E9A4-C90C-407C-BC2A-F433EFAFB47B}">
      <dgm:prSet/>
      <dgm:spPr/>
      <dgm:t>
        <a:bodyPr/>
        <a:lstStyle/>
        <a:p>
          <a:endParaRPr lang="fr-FR"/>
        </a:p>
      </dgm:t>
    </dgm:pt>
    <dgm:pt modelId="{7BD8A45C-0883-4D1E-A310-D848467BF409}" type="sibTrans" cxnId="{E757E9A4-C90C-407C-BC2A-F433EFAFB47B}">
      <dgm:prSet/>
      <dgm:spPr/>
      <dgm:t>
        <a:bodyPr/>
        <a:lstStyle/>
        <a:p>
          <a:endParaRPr lang="fr-FR"/>
        </a:p>
      </dgm:t>
    </dgm:pt>
    <dgm:pt modelId="{6E8AE842-BF59-486E-A049-3526CB084D0D}">
      <dgm:prSet phldrT="[Texte]" custT="1"/>
      <dgm:spPr/>
      <dgm:t>
        <a:bodyPr/>
        <a:lstStyle/>
        <a:p>
          <a:r>
            <a:rPr lang="fr-FR" sz="2000" dirty="0"/>
            <a:t>Faiblesses</a:t>
          </a:r>
        </a:p>
      </dgm:t>
    </dgm:pt>
    <dgm:pt modelId="{AEE74133-E5FE-47B1-9C1E-63E7CDF22CFE}" type="parTrans" cxnId="{C846DB98-B8AF-4E20-82FE-0A5127225071}">
      <dgm:prSet/>
      <dgm:spPr/>
      <dgm:t>
        <a:bodyPr/>
        <a:lstStyle/>
        <a:p>
          <a:endParaRPr lang="fr-FR"/>
        </a:p>
      </dgm:t>
    </dgm:pt>
    <dgm:pt modelId="{2DF48C1B-016C-4C2D-BE1C-5A441CFC952E}" type="sibTrans" cxnId="{C846DB98-B8AF-4E20-82FE-0A5127225071}">
      <dgm:prSet/>
      <dgm:spPr/>
      <dgm:t>
        <a:bodyPr/>
        <a:lstStyle/>
        <a:p>
          <a:endParaRPr lang="fr-FR"/>
        </a:p>
      </dgm:t>
    </dgm:pt>
    <dgm:pt modelId="{9DD9E661-3AC9-49EC-A34B-C1407B84D17C}">
      <dgm:prSet phldrT="[Texte]" custT="1"/>
      <dgm:spPr/>
      <dgm:t>
        <a:bodyPr/>
        <a:lstStyle/>
        <a:p>
          <a:r>
            <a:rPr lang="fr-FR" sz="1400" dirty="0"/>
            <a:t>Cout de mise œuvre</a:t>
          </a:r>
        </a:p>
      </dgm:t>
    </dgm:pt>
    <dgm:pt modelId="{5D903AB0-FBA6-4786-BC2C-3607CEF38102}" type="parTrans" cxnId="{3491A7AC-A1EB-4DE3-88E8-B2151640C608}">
      <dgm:prSet/>
      <dgm:spPr/>
      <dgm:t>
        <a:bodyPr/>
        <a:lstStyle/>
        <a:p>
          <a:endParaRPr lang="fr-FR"/>
        </a:p>
      </dgm:t>
    </dgm:pt>
    <dgm:pt modelId="{DCDDD010-4919-4372-81DA-7E3449C0E081}" type="sibTrans" cxnId="{3491A7AC-A1EB-4DE3-88E8-B2151640C608}">
      <dgm:prSet/>
      <dgm:spPr/>
      <dgm:t>
        <a:bodyPr/>
        <a:lstStyle/>
        <a:p>
          <a:endParaRPr lang="fr-FR"/>
        </a:p>
      </dgm:t>
    </dgm:pt>
    <dgm:pt modelId="{97F4671A-F9F2-458E-A746-6521EE09CC76}">
      <dgm:prSet phldrT="[Texte]" custT="1"/>
      <dgm:spPr/>
      <dgm:t>
        <a:bodyPr/>
        <a:lstStyle/>
        <a:p>
          <a:r>
            <a:rPr lang="fr-FR" sz="2000" dirty="0"/>
            <a:t>Opportunités</a:t>
          </a:r>
        </a:p>
      </dgm:t>
    </dgm:pt>
    <dgm:pt modelId="{E64FC540-B6A0-4E00-BD23-D1694DCAE98E}" type="parTrans" cxnId="{9C546187-93C3-4D22-8213-6EEE3FB97968}">
      <dgm:prSet/>
      <dgm:spPr/>
      <dgm:t>
        <a:bodyPr/>
        <a:lstStyle/>
        <a:p>
          <a:endParaRPr lang="fr-FR"/>
        </a:p>
      </dgm:t>
    </dgm:pt>
    <dgm:pt modelId="{0EFB11FC-1409-4098-90A4-76C1B2D0C230}" type="sibTrans" cxnId="{9C546187-93C3-4D22-8213-6EEE3FB97968}">
      <dgm:prSet/>
      <dgm:spPr/>
      <dgm:t>
        <a:bodyPr/>
        <a:lstStyle/>
        <a:p>
          <a:endParaRPr lang="fr-FR"/>
        </a:p>
      </dgm:t>
    </dgm:pt>
    <dgm:pt modelId="{6CA3E9C2-25F5-4740-9181-7EC0E9E54AE7}">
      <dgm:prSet phldrT="[Texte]" custT="1"/>
      <dgm:spPr/>
      <dgm:t>
        <a:bodyPr/>
        <a:lstStyle/>
        <a:p>
          <a:r>
            <a:rPr lang="fr-FR" sz="1400" dirty="0"/>
            <a:t>Image de marque</a:t>
          </a:r>
        </a:p>
      </dgm:t>
    </dgm:pt>
    <dgm:pt modelId="{CC789450-B3CD-4C39-BE29-205B3AA1A1A4}" type="parTrans" cxnId="{0AC7E52B-E92C-4D7D-A5EB-2B81303101A5}">
      <dgm:prSet/>
      <dgm:spPr/>
      <dgm:t>
        <a:bodyPr/>
        <a:lstStyle/>
        <a:p>
          <a:endParaRPr lang="fr-FR"/>
        </a:p>
      </dgm:t>
    </dgm:pt>
    <dgm:pt modelId="{1052F836-72D6-475C-9E90-9801146A5978}" type="sibTrans" cxnId="{0AC7E52B-E92C-4D7D-A5EB-2B81303101A5}">
      <dgm:prSet/>
      <dgm:spPr/>
      <dgm:t>
        <a:bodyPr/>
        <a:lstStyle/>
        <a:p>
          <a:endParaRPr lang="fr-FR"/>
        </a:p>
      </dgm:t>
    </dgm:pt>
    <dgm:pt modelId="{24266519-649C-4149-AB02-A2CC4EF686CC}">
      <dgm:prSet phldrT="[Texte]" custT="1"/>
      <dgm:spPr/>
      <dgm:t>
        <a:bodyPr/>
        <a:lstStyle/>
        <a:p>
          <a:r>
            <a:rPr lang="fr-FR" sz="1400" dirty="0"/>
            <a:t>Technologie existante</a:t>
          </a:r>
        </a:p>
      </dgm:t>
    </dgm:pt>
    <dgm:pt modelId="{6477632F-50EE-4CEC-B9B1-CAEA93FB7ABC}" type="parTrans" cxnId="{1A9578D9-B721-40DB-B2EE-54AFC88C90DF}">
      <dgm:prSet/>
      <dgm:spPr/>
      <dgm:t>
        <a:bodyPr/>
        <a:lstStyle/>
        <a:p>
          <a:endParaRPr lang="fr-FR"/>
        </a:p>
      </dgm:t>
    </dgm:pt>
    <dgm:pt modelId="{B8FE8C7E-D136-4F28-AEC9-8B1A06C52B03}" type="sibTrans" cxnId="{1A9578D9-B721-40DB-B2EE-54AFC88C90DF}">
      <dgm:prSet/>
      <dgm:spPr/>
      <dgm:t>
        <a:bodyPr/>
        <a:lstStyle/>
        <a:p>
          <a:endParaRPr lang="fr-FR"/>
        </a:p>
      </dgm:t>
    </dgm:pt>
    <dgm:pt modelId="{3551E2B2-667C-455B-9546-316EB27D62DD}">
      <dgm:prSet phldrT="[Texte]" custT="1"/>
      <dgm:spPr/>
      <dgm:t>
        <a:bodyPr/>
        <a:lstStyle/>
        <a:p>
          <a:endParaRPr lang="fr-FR" sz="1400" dirty="0"/>
        </a:p>
      </dgm:t>
    </dgm:pt>
    <dgm:pt modelId="{82D253D6-DA76-4F99-9F42-CD40FF9B7765}" type="parTrans" cxnId="{4CCA5436-B0C1-42A5-BE59-FF34FA0FAEE0}">
      <dgm:prSet/>
      <dgm:spPr/>
      <dgm:t>
        <a:bodyPr/>
        <a:lstStyle/>
        <a:p>
          <a:endParaRPr lang="fr-FR"/>
        </a:p>
      </dgm:t>
    </dgm:pt>
    <dgm:pt modelId="{B3164C5A-AAE1-4173-8903-1641136E94D3}" type="sibTrans" cxnId="{4CCA5436-B0C1-42A5-BE59-FF34FA0FAEE0}">
      <dgm:prSet/>
      <dgm:spPr/>
      <dgm:t>
        <a:bodyPr/>
        <a:lstStyle/>
        <a:p>
          <a:endParaRPr lang="fr-FR"/>
        </a:p>
      </dgm:t>
    </dgm:pt>
    <dgm:pt modelId="{5FBED0ED-D79C-42CF-A7CB-71A124E8D99E}">
      <dgm:prSet phldrT="[Texte]" custT="1"/>
      <dgm:spPr/>
      <dgm:t>
        <a:bodyPr/>
        <a:lstStyle/>
        <a:p>
          <a:r>
            <a:rPr lang="fr-FR" sz="1400" dirty="0"/>
            <a:t>Peu de fournisseurs</a:t>
          </a:r>
        </a:p>
      </dgm:t>
    </dgm:pt>
    <dgm:pt modelId="{548AEBA1-843D-4509-8FC1-97AD75C1795C}" type="parTrans" cxnId="{FDF3B71B-AA49-4037-BE3C-D9D33BE3D6D8}">
      <dgm:prSet/>
      <dgm:spPr/>
      <dgm:t>
        <a:bodyPr/>
        <a:lstStyle/>
        <a:p>
          <a:endParaRPr lang="fr-FR"/>
        </a:p>
      </dgm:t>
    </dgm:pt>
    <dgm:pt modelId="{47324263-F516-429A-9CD5-138B28DA3CCA}" type="sibTrans" cxnId="{FDF3B71B-AA49-4037-BE3C-D9D33BE3D6D8}">
      <dgm:prSet/>
      <dgm:spPr/>
      <dgm:t>
        <a:bodyPr/>
        <a:lstStyle/>
        <a:p>
          <a:endParaRPr lang="fr-FR"/>
        </a:p>
      </dgm:t>
    </dgm:pt>
    <dgm:pt modelId="{60482616-20E8-423E-9C43-8654543C3358}">
      <dgm:prSet phldrT="[Texte]" custT="1"/>
      <dgm:spPr/>
      <dgm:t>
        <a:bodyPr/>
        <a:lstStyle/>
        <a:p>
          <a:r>
            <a:rPr lang="fr-FR" sz="1400" dirty="0"/>
            <a:t>Développement du réseau des fournisseurs</a:t>
          </a:r>
        </a:p>
      </dgm:t>
    </dgm:pt>
    <dgm:pt modelId="{8741B082-0C44-4AEF-BCFE-C1A5DA283CCB}" type="parTrans" cxnId="{3132323C-9F06-484F-9609-F7D7D12D1D1C}">
      <dgm:prSet/>
      <dgm:spPr/>
      <dgm:t>
        <a:bodyPr/>
        <a:lstStyle/>
        <a:p>
          <a:endParaRPr lang="fr-FR"/>
        </a:p>
      </dgm:t>
    </dgm:pt>
    <dgm:pt modelId="{E4948D47-A0D2-419E-9B6B-93F7AB1203E3}" type="sibTrans" cxnId="{3132323C-9F06-484F-9609-F7D7D12D1D1C}">
      <dgm:prSet/>
      <dgm:spPr/>
      <dgm:t>
        <a:bodyPr/>
        <a:lstStyle/>
        <a:p>
          <a:endParaRPr lang="fr-FR"/>
        </a:p>
      </dgm:t>
    </dgm:pt>
    <dgm:pt modelId="{2B7F9596-2DF1-4CF9-843F-CDC51BB76A14}">
      <dgm:prSet custT="1"/>
      <dgm:spPr/>
      <dgm:t>
        <a:bodyPr/>
        <a:lstStyle/>
        <a:p>
          <a:r>
            <a:rPr lang="fr-FR" sz="2000" dirty="0"/>
            <a:t>Menaces</a:t>
          </a:r>
        </a:p>
      </dgm:t>
    </dgm:pt>
    <dgm:pt modelId="{98A82B75-A3A4-4C8F-BBB1-40EC40B8ADB0}" type="parTrans" cxnId="{888B7903-305A-486A-87E8-D7BEEA8D297E}">
      <dgm:prSet/>
      <dgm:spPr/>
      <dgm:t>
        <a:bodyPr/>
        <a:lstStyle/>
        <a:p>
          <a:endParaRPr lang="fr-FR"/>
        </a:p>
      </dgm:t>
    </dgm:pt>
    <dgm:pt modelId="{F6A6BC19-94E9-4952-BDE3-24B3F1120857}" type="sibTrans" cxnId="{888B7903-305A-486A-87E8-D7BEEA8D297E}">
      <dgm:prSet/>
      <dgm:spPr/>
      <dgm:t>
        <a:bodyPr/>
        <a:lstStyle/>
        <a:p>
          <a:endParaRPr lang="fr-FR"/>
        </a:p>
      </dgm:t>
    </dgm:pt>
    <dgm:pt modelId="{4AB82C5E-A209-4E11-AADA-8F5F6820842D}">
      <dgm:prSet custT="1"/>
      <dgm:spPr/>
      <dgm:t>
        <a:bodyPr/>
        <a:lstStyle/>
        <a:p>
          <a:r>
            <a:rPr lang="fr-FR" sz="1400" dirty="0"/>
            <a:t>Evolution des réglementations sur les matériaux</a:t>
          </a:r>
        </a:p>
      </dgm:t>
    </dgm:pt>
    <dgm:pt modelId="{5C671DC8-6FD6-4CE4-9A09-B98C26B83D19}" type="parTrans" cxnId="{035D6716-C70D-45AF-A978-BE25D4D94EFE}">
      <dgm:prSet/>
      <dgm:spPr/>
      <dgm:t>
        <a:bodyPr/>
        <a:lstStyle/>
        <a:p>
          <a:endParaRPr lang="fr-FR"/>
        </a:p>
      </dgm:t>
    </dgm:pt>
    <dgm:pt modelId="{1D6D66A7-1B46-484B-9504-1100E2C99872}" type="sibTrans" cxnId="{035D6716-C70D-45AF-A978-BE25D4D94EFE}">
      <dgm:prSet/>
      <dgm:spPr/>
      <dgm:t>
        <a:bodyPr/>
        <a:lstStyle/>
        <a:p>
          <a:endParaRPr lang="fr-FR"/>
        </a:p>
      </dgm:t>
    </dgm:pt>
    <dgm:pt modelId="{488B1D8A-3AED-45D0-9D16-F285660CCD21}">
      <dgm:prSet custT="1"/>
      <dgm:spPr/>
      <dgm:t>
        <a:bodyPr/>
        <a:lstStyle/>
        <a:p>
          <a:endParaRPr lang="fr-FR" sz="1400" dirty="0"/>
        </a:p>
      </dgm:t>
    </dgm:pt>
    <dgm:pt modelId="{D6DF7133-72D3-41C6-B904-F1960C702B5D}" type="parTrans" cxnId="{0DCAE007-8AC2-48C7-B086-E04165B0E593}">
      <dgm:prSet/>
      <dgm:spPr/>
      <dgm:t>
        <a:bodyPr/>
        <a:lstStyle/>
        <a:p>
          <a:endParaRPr lang="fr-FR"/>
        </a:p>
      </dgm:t>
    </dgm:pt>
    <dgm:pt modelId="{5904B161-2C45-4EF0-9C53-135B89D7BDB4}" type="sibTrans" cxnId="{0DCAE007-8AC2-48C7-B086-E04165B0E593}">
      <dgm:prSet/>
      <dgm:spPr/>
      <dgm:t>
        <a:bodyPr/>
        <a:lstStyle/>
        <a:p>
          <a:endParaRPr lang="fr-FR"/>
        </a:p>
      </dgm:t>
    </dgm:pt>
    <dgm:pt modelId="{0B490D2C-F16A-4F29-8B5E-EDD5815A1909}">
      <dgm:prSet custT="1"/>
      <dgm:spPr/>
      <dgm:t>
        <a:bodyPr/>
        <a:lstStyle/>
        <a:p>
          <a:r>
            <a:rPr lang="fr-FR" sz="1400" dirty="0"/>
            <a:t>Nouvelle technologie plus prometteuse</a:t>
          </a:r>
        </a:p>
      </dgm:t>
    </dgm:pt>
    <dgm:pt modelId="{2F1573C0-CD3A-420C-AE94-988A82FA902E}" type="parTrans" cxnId="{7F12437D-D31D-4D21-9289-B5B5B27DCC7C}">
      <dgm:prSet/>
      <dgm:spPr/>
      <dgm:t>
        <a:bodyPr/>
        <a:lstStyle/>
        <a:p>
          <a:endParaRPr lang="fr-FR"/>
        </a:p>
      </dgm:t>
    </dgm:pt>
    <dgm:pt modelId="{30F366C0-056E-4C8C-B636-91C9541492BE}" type="sibTrans" cxnId="{7F12437D-D31D-4D21-9289-B5B5B27DCC7C}">
      <dgm:prSet/>
      <dgm:spPr/>
      <dgm:t>
        <a:bodyPr/>
        <a:lstStyle/>
        <a:p>
          <a:endParaRPr lang="fr-FR"/>
        </a:p>
      </dgm:t>
    </dgm:pt>
    <dgm:pt modelId="{1D3F07D3-E824-400E-9840-6D38D6AB60E9}" type="pres">
      <dgm:prSet presAssocID="{5BA76E18-D78F-4FA7-A762-D4B7202CDABA}" presName="linearFlow" presStyleCnt="0">
        <dgm:presLayoutVars>
          <dgm:dir/>
          <dgm:animLvl val="lvl"/>
          <dgm:resizeHandles val="exact"/>
        </dgm:presLayoutVars>
      </dgm:prSet>
      <dgm:spPr/>
    </dgm:pt>
    <dgm:pt modelId="{070BF3F5-1E50-4E72-AB22-AABAF20C48D1}" type="pres">
      <dgm:prSet presAssocID="{6ACC9447-D685-4E38-93A5-AD045B8DA595}" presName="composite" presStyleCnt="0"/>
      <dgm:spPr/>
    </dgm:pt>
    <dgm:pt modelId="{4D360072-C598-49E4-B2C4-F73B9CE72F32}" type="pres">
      <dgm:prSet presAssocID="{6ACC9447-D685-4E38-93A5-AD045B8DA595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40F264D-C52B-411C-A6D1-912A5A4E2F47}" type="pres">
      <dgm:prSet presAssocID="{6ACC9447-D685-4E38-93A5-AD045B8DA595}" presName="parSh" presStyleLbl="node1" presStyleIdx="0" presStyleCnt="4"/>
      <dgm:spPr/>
    </dgm:pt>
    <dgm:pt modelId="{FC392C53-7742-458F-BF6F-362EB9CEEEE6}" type="pres">
      <dgm:prSet presAssocID="{6ACC9447-D685-4E38-93A5-AD045B8DA595}" presName="desTx" presStyleLbl="fgAcc1" presStyleIdx="0" presStyleCnt="4">
        <dgm:presLayoutVars>
          <dgm:bulletEnabled val="1"/>
        </dgm:presLayoutVars>
      </dgm:prSet>
      <dgm:spPr/>
    </dgm:pt>
    <dgm:pt modelId="{C2B78C24-6598-4133-9388-6EBE8E02033F}" type="pres">
      <dgm:prSet presAssocID="{1FF2FAEE-6B06-4C4F-A03A-919F7F7CA0FB}" presName="sibTrans" presStyleLbl="sibTrans2D1" presStyleIdx="0" presStyleCnt="3"/>
      <dgm:spPr/>
    </dgm:pt>
    <dgm:pt modelId="{1ECF8E79-46EB-46C1-A01F-96FB89B3E6F1}" type="pres">
      <dgm:prSet presAssocID="{1FF2FAEE-6B06-4C4F-A03A-919F7F7CA0FB}" presName="connTx" presStyleLbl="sibTrans2D1" presStyleIdx="0" presStyleCnt="3"/>
      <dgm:spPr/>
    </dgm:pt>
    <dgm:pt modelId="{AD607700-4B2B-4A19-BB3A-C9E0FB1F4AD6}" type="pres">
      <dgm:prSet presAssocID="{6E8AE842-BF59-486E-A049-3526CB084D0D}" presName="composite" presStyleCnt="0"/>
      <dgm:spPr/>
    </dgm:pt>
    <dgm:pt modelId="{E331EDE8-9FBE-46CB-85B4-40F40B2404E0}" type="pres">
      <dgm:prSet presAssocID="{6E8AE842-BF59-486E-A049-3526CB084D0D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40CCCBC-7509-414A-959F-C780D5787231}" type="pres">
      <dgm:prSet presAssocID="{6E8AE842-BF59-486E-A049-3526CB084D0D}" presName="parSh" presStyleLbl="node1" presStyleIdx="1" presStyleCnt="4"/>
      <dgm:spPr/>
    </dgm:pt>
    <dgm:pt modelId="{3CC182B8-777D-4E1E-9F63-517901CAE4FF}" type="pres">
      <dgm:prSet presAssocID="{6E8AE842-BF59-486E-A049-3526CB084D0D}" presName="desTx" presStyleLbl="fgAcc1" presStyleIdx="1" presStyleCnt="4">
        <dgm:presLayoutVars>
          <dgm:bulletEnabled val="1"/>
        </dgm:presLayoutVars>
      </dgm:prSet>
      <dgm:spPr/>
    </dgm:pt>
    <dgm:pt modelId="{068275FF-B442-4CC6-8F76-9C1BAD6EEA9C}" type="pres">
      <dgm:prSet presAssocID="{2DF48C1B-016C-4C2D-BE1C-5A441CFC952E}" presName="sibTrans" presStyleLbl="sibTrans2D1" presStyleIdx="1" presStyleCnt="3"/>
      <dgm:spPr/>
    </dgm:pt>
    <dgm:pt modelId="{7966923B-67F8-4AB0-A43C-851D1B718CCA}" type="pres">
      <dgm:prSet presAssocID="{2DF48C1B-016C-4C2D-BE1C-5A441CFC952E}" presName="connTx" presStyleLbl="sibTrans2D1" presStyleIdx="1" presStyleCnt="3"/>
      <dgm:spPr/>
    </dgm:pt>
    <dgm:pt modelId="{2AF7C82F-5C4F-4894-B677-CE3730E6156C}" type="pres">
      <dgm:prSet presAssocID="{97F4671A-F9F2-458E-A746-6521EE09CC76}" presName="composite" presStyleCnt="0"/>
      <dgm:spPr/>
    </dgm:pt>
    <dgm:pt modelId="{6D4714AB-5DA0-440C-9D5C-B62D69E2A7C8}" type="pres">
      <dgm:prSet presAssocID="{97F4671A-F9F2-458E-A746-6521EE09CC76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FBC8E10-6616-4E03-ABD5-81843DC64317}" type="pres">
      <dgm:prSet presAssocID="{97F4671A-F9F2-458E-A746-6521EE09CC76}" presName="parSh" presStyleLbl="node1" presStyleIdx="2" presStyleCnt="4" custScaleX="126398"/>
      <dgm:spPr/>
    </dgm:pt>
    <dgm:pt modelId="{4A0CA73B-7347-4280-8BC0-6C834FED949F}" type="pres">
      <dgm:prSet presAssocID="{97F4671A-F9F2-458E-A746-6521EE09CC76}" presName="desTx" presStyleLbl="fgAcc1" presStyleIdx="2" presStyleCnt="4">
        <dgm:presLayoutVars>
          <dgm:bulletEnabled val="1"/>
        </dgm:presLayoutVars>
      </dgm:prSet>
      <dgm:spPr/>
    </dgm:pt>
    <dgm:pt modelId="{7F5A2998-DEBD-4D49-AF0E-BD2EE07CCE9B}" type="pres">
      <dgm:prSet presAssocID="{0EFB11FC-1409-4098-90A4-76C1B2D0C230}" presName="sibTrans" presStyleLbl="sibTrans2D1" presStyleIdx="2" presStyleCnt="3"/>
      <dgm:spPr/>
    </dgm:pt>
    <dgm:pt modelId="{D882B97B-A930-4DF7-B120-1D0C43DBF029}" type="pres">
      <dgm:prSet presAssocID="{0EFB11FC-1409-4098-90A4-76C1B2D0C230}" presName="connTx" presStyleLbl="sibTrans2D1" presStyleIdx="2" presStyleCnt="3"/>
      <dgm:spPr/>
    </dgm:pt>
    <dgm:pt modelId="{02CF4DA6-60F6-4E6E-B835-796B31E2A0DF}" type="pres">
      <dgm:prSet presAssocID="{2B7F9596-2DF1-4CF9-843F-CDC51BB76A14}" presName="composite" presStyleCnt="0"/>
      <dgm:spPr/>
    </dgm:pt>
    <dgm:pt modelId="{2FE1C91A-48F9-4E65-BFF3-B21DB05AA84C}" type="pres">
      <dgm:prSet presAssocID="{2B7F9596-2DF1-4CF9-843F-CDC51BB76A14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7286423-CEC2-4218-A9B2-A2A3D6576A4E}" type="pres">
      <dgm:prSet presAssocID="{2B7F9596-2DF1-4CF9-843F-CDC51BB76A14}" presName="parSh" presStyleLbl="node1" presStyleIdx="3" presStyleCnt="4"/>
      <dgm:spPr/>
    </dgm:pt>
    <dgm:pt modelId="{21E479A4-B372-44A4-A3C9-A0D15177556E}" type="pres">
      <dgm:prSet presAssocID="{2B7F9596-2DF1-4CF9-843F-CDC51BB76A14}" presName="desTx" presStyleLbl="fgAcc1" presStyleIdx="3" presStyleCnt="4" custScaleX="122768">
        <dgm:presLayoutVars>
          <dgm:bulletEnabled val="1"/>
        </dgm:presLayoutVars>
      </dgm:prSet>
      <dgm:spPr/>
    </dgm:pt>
  </dgm:ptLst>
  <dgm:cxnLst>
    <dgm:cxn modelId="{0BE69601-0C93-4E98-B5F3-D203F26D760A}" type="presOf" srcId="{3551E2B2-667C-455B-9546-316EB27D62DD}" destId="{3CC182B8-777D-4E1E-9F63-517901CAE4FF}" srcOrd="0" destOrd="2" presId="urn:microsoft.com/office/officeart/2005/8/layout/process3"/>
    <dgm:cxn modelId="{888B7903-305A-486A-87E8-D7BEEA8D297E}" srcId="{5BA76E18-D78F-4FA7-A762-D4B7202CDABA}" destId="{2B7F9596-2DF1-4CF9-843F-CDC51BB76A14}" srcOrd="3" destOrd="0" parTransId="{98A82B75-A3A4-4C8F-BBB1-40EC40B8ADB0}" sibTransId="{F6A6BC19-94E9-4952-BDE3-24B3F1120857}"/>
    <dgm:cxn modelId="{0DCAE007-8AC2-48C7-B086-E04165B0E593}" srcId="{2B7F9596-2DF1-4CF9-843F-CDC51BB76A14}" destId="{488B1D8A-3AED-45D0-9D16-F285660CCD21}" srcOrd="2" destOrd="0" parTransId="{D6DF7133-72D3-41C6-B904-F1960C702B5D}" sibTransId="{5904B161-2C45-4EF0-9C53-135B89D7BDB4}"/>
    <dgm:cxn modelId="{92219415-DD5C-4892-9D0A-E420F1AE8EEA}" type="presOf" srcId="{2DF48C1B-016C-4C2D-BE1C-5A441CFC952E}" destId="{7966923B-67F8-4AB0-A43C-851D1B718CCA}" srcOrd="1" destOrd="0" presId="urn:microsoft.com/office/officeart/2005/8/layout/process3"/>
    <dgm:cxn modelId="{035D6716-C70D-45AF-A978-BE25D4D94EFE}" srcId="{2B7F9596-2DF1-4CF9-843F-CDC51BB76A14}" destId="{4AB82C5E-A209-4E11-AADA-8F5F6820842D}" srcOrd="0" destOrd="0" parTransId="{5C671DC8-6FD6-4CE4-9A09-B98C26B83D19}" sibTransId="{1D6D66A7-1B46-484B-9504-1100E2C99872}"/>
    <dgm:cxn modelId="{FDF3B71B-AA49-4037-BE3C-D9D33BE3D6D8}" srcId="{6E8AE842-BF59-486E-A049-3526CB084D0D}" destId="{5FBED0ED-D79C-42CF-A7CB-71A124E8D99E}" srcOrd="1" destOrd="0" parTransId="{548AEBA1-843D-4509-8FC1-97AD75C1795C}" sibTransId="{47324263-F516-429A-9CD5-138B28DA3CCA}"/>
    <dgm:cxn modelId="{887C6626-B2D5-42AF-B1B1-4B3EAB83C892}" type="presOf" srcId="{488B1D8A-3AED-45D0-9D16-F285660CCD21}" destId="{21E479A4-B372-44A4-A3C9-A0D15177556E}" srcOrd="0" destOrd="2" presId="urn:microsoft.com/office/officeart/2005/8/layout/process3"/>
    <dgm:cxn modelId="{F344D22B-AE70-4FB9-8A06-4B4DBADD74C2}" type="presOf" srcId="{2B7F9596-2DF1-4CF9-843F-CDC51BB76A14}" destId="{87286423-CEC2-4218-A9B2-A2A3D6576A4E}" srcOrd="1" destOrd="0" presId="urn:microsoft.com/office/officeart/2005/8/layout/process3"/>
    <dgm:cxn modelId="{0AC7E52B-E92C-4D7D-A5EB-2B81303101A5}" srcId="{97F4671A-F9F2-458E-A746-6521EE09CC76}" destId="{6CA3E9C2-25F5-4740-9181-7EC0E9E54AE7}" srcOrd="0" destOrd="0" parTransId="{CC789450-B3CD-4C39-BE29-205B3AA1A1A4}" sibTransId="{1052F836-72D6-475C-9E90-9801146A5978}"/>
    <dgm:cxn modelId="{4CCA5436-B0C1-42A5-BE59-FF34FA0FAEE0}" srcId="{6E8AE842-BF59-486E-A049-3526CB084D0D}" destId="{3551E2B2-667C-455B-9546-316EB27D62DD}" srcOrd="2" destOrd="0" parTransId="{82D253D6-DA76-4F99-9F42-CD40FF9B7765}" sibTransId="{B3164C5A-AAE1-4173-8903-1641136E94D3}"/>
    <dgm:cxn modelId="{78F0C139-F5D2-46FD-9900-286EF4342EEA}" type="presOf" srcId="{6E8AE842-BF59-486E-A049-3526CB084D0D}" destId="{E331EDE8-9FBE-46CB-85B4-40F40B2404E0}" srcOrd="0" destOrd="0" presId="urn:microsoft.com/office/officeart/2005/8/layout/process3"/>
    <dgm:cxn modelId="{26948B3B-AC01-433D-8D5B-CC85E583CD57}" type="presOf" srcId="{6E8AE842-BF59-486E-A049-3526CB084D0D}" destId="{940CCCBC-7509-414A-959F-C780D5787231}" srcOrd="1" destOrd="0" presId="urn:microsoft.com/office/officeart/2005/8/layout/process3"/>
    <dgm:cxn modelId="{3132323C-9F06-484F-9609-F7D7D12D1D1C}" srcId="{97F4671A-F9F2-458E-A746-6521EE09CC76}" destId="{60482616-20E8-423E-9C43-8654543C3358}" srcOrd="1" destOrd="0" parTransId="{8741B082-0C44-4AEF-BCFE-C1A5DA283CCB}" sibTransId="{E4948D47-A0D2-419E-9B6B-93F7AB1203E3}"/>
    <dgm:cxn modelId="{EE3D953F-60DC-40EB-ACFD-ED2BED094468}" type="presOf" srcId="{9DD9E661-3AC9-49EC-A34B-C1407B84D17C}" destId="{3CC182B8-777D-4E1E-9F63-517901CAE4FF}" srcOrd="0" destOrd="0" presId="urn:microsoft.com/office/officeart/2005/8/layout/process3"/>
    <dgm:cxn modelId="{03F5E33F-9CC7-4856-A8FE-6AD44F196A4E}" type="presOf" srcId="{3D0772E2-9B63-424E-8BCB-4B15AEB6C9D7}" destId="{FC392C53-7742-458F-BF6F-362EB9CEEEE6}" srcOrd="0" destOrd="0" presId="urn:microsoft.com/office/officeart/2005/8/layout/process3"/>
    <dgm:cxn modelId="{4ACE2A43-BE37-416C-A35A-96F658EC2E02}" type="presOf" srcId="{97F4671A-F9F2-458E-A746-6521EE09CC76}" destId="{DFBC8E10-6616-4E03-ABD5-81843DC64317}" srcOrd="1" destOrd="0" presId="urn:microsoft.com/office/officeart/2005/8/layout/process3"/>
    <dgm:cxn modelId="{67115947-38AD-4631-9D8C-57BD2E547D75}" type="presOf" srcId="{5BA76E18-D78F-4FA7-A762-D4B7202CDABA}" destId="{1D3F07D3-E824-400E-9840-6D38D6AB60E9}" srcOrd="0" destOrd="0" presId="urn:microsoft.com/office/officeart/2005/8/layout/process3"/>
    <dgm:cxn modelId="{BF77066A-D6A7-44E4-91D1-659769177D73}" type="presOf" srcId="{1FF2FAEE-6B06-4C4F-A03A-919F7F7CA0FB}" destId="{C2B78C24-6598-4133-9388-6EBE8E02033F}" srcOrd="0" destOrd="0" presId="urn:microsoft.com/office/officeart/2005/8/layout/process3"/>
    <dgm:cxn modelId="{54D5656A-2486-4D58-894E-7FB98BC0B10A}" type="presOf" srcId="{6CA3E9C2-25F5-4740-9181-7EC0E9E54AE7}" destId="{4A0CA73B-7347-4280-8BC0-6C834FED949F}" srcOrd="0" destOrd="0" presId="urn:microsoft.com/office/officeart/2005/8/layout/process3"/>
    <dgm:cxn modelId="{B8A7A351-E6CD-4F64-A9EA-6AD53603FE49}" type="presOf" srcId="{2DF48C1B-016C-4C2D-BE1C-5A441CFC952E}" destId="{068275FF-B442-4CC6-8F76-9C1BAD6EEA9C}" srcOrd="0" destOrd="0" presId="urn:microsoft.com/office/officeart/2005/8/layout/process3"/>
    <dgm:cxn modelId="{7F12437D-D31D-4D21-9289-B5B5B27DCC7C}" srcId="{2B7F9596-2DF1-4CF9-843F-CDC51BB76A14}" destId="{0B490D2C-F16A-4F29-8B5E-EDD5815A1909}" srcOrd="1" destOrd="0" parTransId="{2F1573C0-CD3A-420C-AE94-988A82FA902E}" sibTransId="{30F366C0-056E-4C8C-B636-91C9541492BE}"/>
    <dgm:cxn modelId="{9C546187-93C3-4D22-8213-6EEE3FB97968}" srcId="{5BA76E18-D78F-4FA7-A762-D4B7202CDABA}" destId="{97F4671A-F9F2-458E-A746-6521EE09CC76}" srcOrd="2" destOrd="0" parTransId="{E64FC540-B6A0-4E00-BD23-D1694DCAE98E}" sibTransId="{0EFB11FC-1409-4098-90A4-76C1B2D0C230}"/>
    <dgm:cxn modelId="{04E7E387-ABC2-475F-9230-38A83B71EC22}" type="presOf" srcId="{1FF2FAEE-6B06-4C4F-A03A-919F7F7CA0FB}" destId="{1ECF8E79-46EB-46C1-A01F-96FB89B3E6F1}" srcOrd="1" destOrd="0" presId="urn:microsoft.com/office/officeart/2005/8/layout/process3"/>
    <dgm:cxn modelId="{B5BE118F-4E01-42C6-8066-A76E4A2CDF4A}" type="presOf" srcId="{24266519-649C-4149-AB02-A2CC4EF686CC}" destId="{FC392C53-7742-458F-BF6F-362EB9CEEEE6}" srcOrd="0" destOrd="1" presId="urn:microsoft.com/office/officeart/2005/8/layout/process3"/>
    <dgm:cxn modelId="{C846DB98-B8AF-4E20-82FE-0A5127225071}" srcId="{5BA76E18-D78F-4FA7-A762-D4B7202CDABA}" destId="{6E8AE842-BF59-486E-A049-3526CB084D0D}" srcOrd="1" destOrd="0" parTransId="{AEE74133-E5FE-47B1-9C1E-63E7CDF22CFE}" sibTransId="{2DF48C1B-016C-4C2D-BE1C-5A441CFC952E}"/>
    <dgm:cxn modelId="{1F185399-345B-4945-9CF7-1A70034089DB}" type="presOf" srcId="{2B7F9596-2DF1-4CF9-843F-CDC51BB76A14}" destId="{2FE1C91A-48F9-4E65-BFF3-B21DB05AA84C}" srcOrd="0" destOrd="0" presId="urn:microsoft.com/office/officeart/2005/8/layout/process3"/>
    <dgm:cxn modelId="{36A3A699-1C7C-4991-85AB-67084B646AD2}" type="presOf" srcId="{60482616-20E8-423E-9C43-8654543C3358}" destId="{4A0CA73B-7347-4280-8BC0-6C834FED949F}" srcOrd="0" destOrd="1" presId="urn:microsoft.com/office/officeart/2005/8/layout/process3"/>
    <dgm:cxn modelId="{1A84F39E-9F98-475F-80D4-1C85F0BE6390}" type="presOf" srcId="{4AB82C5E-A209-4E11-AADA-8F5F6820842D}" destId="{21E479A4-B372-44A4-A3C9-A0D15177556E}" srcOrd="0" destOrd="0" presId="urn:microsoft.com/office/officeart/2005/8/layout/process3"/>
    <dgm:cxn modelId="{A0B605A1-5DAA-4CF1-90B7-BF8CADD3FF45}" srcId="{5BA76E18-D78F-4FA7-A762-D4B7202CDABA}" destId="{6ACC9447-D685-4E38-93A5-AD045B8DA595}" srcOrd="0" destOrd="0" parTransId="{2616C879-F1DE-46F2-B283-67DC0D3DE75B}" sibTransId="{1FF2FAEE-6B06-4C4F-A03A-919F7F7CA0FB}"/>
    <dgm:cxn modelId="{E757E9A4-C90C-407C-BC2A-F433EFAFB47B}" srcId="{6ACC9447-D685-4E38-93A5-AD045B8DA595}" destId="{3D0772E2-9B63-424E-8BCB-4B15AEB6C9D7}" srcOrd="0" destOrd="0" parTransId="{B1C51036-365B-4576-99CD-9E0318D68630}" sibTransId="{7BD8A45C-0883-4D1E-A310-D848467BF409}"/>
    <dgm:cxn modelId="{9318EEA8-D619-45F2-B38E-8AFD5B8D959F}" type="presOf" srcId="{6ACC9447-D685-4E38-93A5-AD045B8DA595}" destId="{D40F264D-C52B-411C-A6D1-912A5A4E2F47}" srcOrd="1" destOrd="0" presId="urn:microsoft.com/office/officeart/2005/8/layout/process3"/>
    <dgm:cxn modelId="{3491A7AC-A1EB-4DE3-88E8-B2151640C608}" srcId="{6E8AE842-BF59-486E-A049-3526CB084D0D}" destId="{9DD9E661-3AC9-49EC-A34B-C1407B84D17C}" srcOrd="0" destOrd="0" parTransId="{5D903AB0-FBA6-4786-BC2C-3607CEF38102}" sibTransId="{DCDDD010-4919-4372-81DA-7E3449C0E081}"/>
    <dgm:cxn modelId="{5815CDAC-185C-488A-B4CE-5A5A9530E36C}" type="presOf" srcId="{0EFB11FC-1409-4098-90A4-76C1B2D0C230}" destId="{D882B97B-A930-4DF7-B120-1D0C43DBF029}" srcOrd="1" destOrd="0" presId="urn:microsoft.com/office/officeart/2005/8/layout/process3"/>
    <dgm:cxn modelId="{1FACB1AF-41F6-4F79-ABC1-8D0A52248114}" type="presOf" srcId="{0EFB11FC-1409-4098-90A4-76C1B2D0C230}" destId="{7F5A2998-DEBD-4D49-AF0E-BD2EE07CCE9B}" srcOrd="0" destOrd="0" presId="urn:microsoft.com/office/officeart/2005/8/layout/process3"/>
    <dgm:cxn modelId="{1A9578D9-B721-40DB-B2EE-54AFC88C90DF}" srcId="{6ACC9447-D685-4E38-93A5-AD045B8DA595}" destId="{24266519-649C-4149-AB02-A2CC4EF686CC}" srcOrd="1" destOrd="0" parTransId="{6477632F-50EE-4CEC-B9B1-CAEA93FB7ABC}" sibTransId="{B8FE8C7E-D136-4F28-AEC9-8B1A06C52B03}"/>
    <dgm:cxn modelId="{9B5443DF-27AC-48DB-8D5D-EABD6181323F}" type="presOf" srcId="{6ACC9447-D685-4E38-93A5-AD045B8DA595}" destId="{4D360072-C598-49E4-B2C4-F73B9CE72F32}" srcOrd="0" destOrd="0" presId="urn:microsoft.com/office/officeart/2005/8/layout/process3"/>
    <dgm:cxn modelId="{B9CAE8E1-F89E-4962-A82D-6B017ACBF94A}" type="presOf" srcId="{97F4671A-F9F2-458E-A746-6521EE09CC76}" destId="{6D4714AB-5DA0-440C-9D5C-B62D69E2A7C8}" srcOrd="0" destOrd="0" presId="urn:microsoft.com/office/officeart/2005/8/layout/process3"/>
    <dgm:cxn modelId="{55E9BAE5-8485-4053-AB54-0104B2C6BE9B}" type="presOf" srcId="{5FBED0ED-D79C-42CF-A7CB-71A124E8D99E}" destId="{3CC182B8-777D-4E1E-9F63-517901CAE4FF}" srcOrd="0" destOrd="1" presId="urn:microsoft.com/office/officeart/2005/8/layout/process3"/>
    <dgm:cxn modelId="{1C5D75F9-3BCD-470A-A358-F47C5FF1C51A}" type="presOf" srcId="{0B490D2C-F16A-4F29-8B5E-EDD5815A1909}" destId="{21E479A4-B372-44A4-A3C9-A0D15177556E}" srcOrd="0" destOrd="1" presId="urn:microsoft.com/office/officeart/2005/8/layout/process3"/>
    <dgm:cxn modelId="{3941B1D9-20D3-4450-AE39-5CF64E7AD305}" type="presParOf" srcId="{1D3F07D3-E824-400E-9840-6D38D6AB60E9}" destId="{070BF3F5-1E50-4E72-AB22-AABAF20C48D1}" srcOrd="0" destOrd="0" presId="urn:microsoft.com/office/officeart/2005/8/layout/process3"/>
    <dgm:cxn modelId="{15397EED-CBD0-404E-B26F-68A56D3C9A11}" type="presParOf" srcId="{070BF3F5-1E50-4E72-AB22-AABAF20C48D1}" destId="{4D360072-C598-49E4-B2C4-F73B9CE72F32}" srcOrd="0" destOrd="0" presId="urn:microsoft.com/office/officeart/2005/8/layout/process3"/>
    <dgm:cxn modelId="{721F2004-A6CF-42F9-AB5B-4E171E8C576A}" type="presParOf" srcId="{070BF3F5-1E50-4E72-AB22-AABAF20C48D1}" destId="{D40F264D-C52B-411C-A6D1-912A5A4E2F47}" srcOrd="1" destOrd="0" presId="urn:microsoft.com/office/officeart/2005/8/layout/process3"/>
    <dgm:cxn modelId="{DEB0BD00-B991-492E-98AC-D30F0CA7DB42}" type="presParOf" srcId="{070BF3F5-1E50-4E72-AB22-AABAF20C48D1}" destId="{FC392C53-7742-458F-BF6F-362EB9CEEEE6}" srcOrd="2" destOrd="0" presId="urn:microsoft.com/office/officeart/2005/8/layout/process3"/>
    <dgm:cxn modelId="{C52701E3-0612-44CE-9AEE-D904C05FDD5B}" type="presParOf" srcId="{1D3F07D3-E824-400E-9840-6D38D6AB60E9}" destId="{C2B78C24-6598-4133-9388-6EBE8E02033F}" srcOrd="1" destOrd="0" presId="urn:microsoft.com/office/officeart/2005/8/layout/process3"/>
    <dgm:cxn modelId="{55DE54EF-E985-46DD-B357-03294F6C0F1B}" type="presParOf" srcId="{C2B78C24-6598-4133-9388-6EBE8E02033F}" destId="{1ECF8E79-46EB-46C1-A01F-96FB89B3E6F1}" srcOrd="0" destOrd="0" presId="urn:microsoft.com/office/officeart/2005/8/layout/process3"/>
    <dgm:cxn modelId="{0EFF0B74-9C31-4907-966A-24CD842CAEA6}" type="presParOf" srcId="{1D3F07D3-E824-400E-9840-6D38D6AB60E9}" destId="{AD607700-4B2B-4A19-BB3A-C9E0FB1F4AD6}" srcOrd="2" destOrd="0" presId="urn:microsoft.com/office/officeart/2005/8/layout/process3"/>
    <dgm:cxn modelId="{C754D50A-1F7C-4391-8881-EE2B92E16BB3}" type="presParOf" srcId="{AD607700-4B2B-4A19-BB3A-C9E0FB1F4AD6}" destId="{E331EDE8-9FBE-46CB-85B4-40F40B2404E0}" srcOrd="0" destOrd="0" presId="urn:microsoft.com/office/officeart/2005/8/layout/process3"/>
    <dgm:cxn modelId="{8AB965F0-7520-4CDB-8E5A-C3B43FE37B9D}" type="presParOf" srcId="{AD607700-4B2B-4A19-BB3A-C9E0FB1F4AD6}" destId="{940CCCBC-7509-414A-959F-C780D5787231}" srcOrd="1" destOrd="0" presId="urn:microsoft.com/office/officeart/2005/8/layout/process3"/>
    <dgm:cxn modelId="{73B7867A-2BA4-4887-8ECE-3D3B792EEF74}" type="presParOf" srcId="{AD607700-4B2B-4A19-BB3A-C9E0FB1F4AD6}" destId="{3CC182B8-777D-4E1E-9F63-517901CAE4FF}" srcOrd="2" destOrd="0" presId="urn:microsoft.com/office/officeart/2005/8/layout/process3"/>
    <dgm:cxn modelId="{4C4AB024-E1E5-4B22-9A80-84693954DE18}" type="presParOf" srcId="{1D3F07D3-E824-400E-9840-6D38D6AB60E9}" destId="{068275FF-B442-4CC6-8F76-9C1BAD6EEA9C}" srcOrd="3" destOrd="0" presId="urn:microsoft.com/office/officeart/2005/8/layout/process3"/>
    <dgm:cxn modelId="{496E21AC-0A90-4D42-818D-11B159EED792}" type="presParOf" srcId="{068275FF-B442-4CC6-8F76-9C1BAD6EEA9C}" destId="{7966923B-67F8-4AB0-A43C-851D1B718CCA}" srcOrd="0" destOrd="0" presId="urn:microsoft.com/office/officeart/2005/8/layout/process3"/>
    <dgm:cxn modelId="{9AA17DA8-03E3-449F-B3DD-C5EA45F5BFDD}" type="presParOf" srcId="{1D3F07D3-E824-400E-9840-6D38D6AB60E9}" destId="{2AF7C82F-5C4F-4894-B677-CE3730E6156C}" srcOrd="4" destOrd="0" presId="urn:microsoft.com/office/officeart/2005/8/layout/process3"/>
    <dgm:cxn modelId="{A9B3C852-25CC-490C-B467-AF988970DF36}" type="presParOf" srcId="{2AF7C82F-5C4F-4894-B677-CE3730E6156C}" destId="{6D4714AB-5DA0-440C-9D5C-B62D69E2A7C8}" srcOrd="0" destOrd="0" presId="urn:microsoft.com/office/officeart/2005/8/layout/process3"/>
    <dgm:cxn modelId="{62853A00-1C0F-4BEA-AB86-24BF352A524B}" type="presParOf" srcId="{2AF7C82F-5C4F-4894-B677-CE3730E6156C}" destId="{DFBC8E10-6616-4E03-ABD5-81843DC64317}" srcOrd="1" destOrd="0" presId="urn:microsoft.com/office/officeart/2005/8/layout/process3"/>
    <dgm:cxn modelId="{BB4B748B-CDF2-4A28-BDDF-1BDBBA043B25}" type="presParOf" srcId="{2AF7C82F-5C4F-4894-B677-CE3730E6156C}" destId="{4A0CA73B-7347-4280-8BC0-6C834FED949F}" srcOrd="2" destOrd="0" presId="urn:microsoft.com/office/officeart/2005/8/layout/process3"/>
    <dgm:cxn modelId="{64C690CC-E4FF-4C8B-89CD-F532B65861A4}" type="presParOf" srcId="{1D3F07D3-E824-400E-9840-6D38D6AB60E9}" destId="{7F5A2998-DEBD-4D49-AF0E-BD2EE07CCE9B}" srcOrd="5" destOrd="0" presId="urn:microsoft.com/office/officeart/2005/8/layout/process3"/>
    <dgm:cxn modelId="{58DE6B1E-1F77-44B9-9190-EAD9D03038FD}" type="presParOf" srcId="{7F5A2998-DEBD-4D49-AF0E-BD2EE07CCE9B}" destId="{D882B97B-A930-4DF7-B120-1D0C43DBF029}" srcOrd="0" destOrd="0" presId="urn:microsoft.com/office/officeart/2005/8/layout/process3"/>
    <dgm:cxn modelId="{E583E391-50CB-46B6-A398-7EAFCB021385}" type="presParOf" srcId="{1D3F07D3-E824-400E-9840-6D38D6AB60E9}" destId="{02CF4DA6-60F6-4E6E-B835-796B31E2A0DF}" srcOrd="6" destOrd="0" presId="urn:microsoft.com/office/officeart/2005/8/layout/process3"/>
    <dgm:cxn modelId="{B1BB80A9-05AA-4457-8694-161E27A85C06}" type="presParOf" srcId="{02CF4DA6-60F6-4E6E-B835-796B31E2A0DF}" destId="{2FE1C91A-48F9-4E65-BFF3-B21DB05AA84C}" srcOrd="0" destOrd="0" presId="urn:microsoft.com/office/officeart/2005/8/layout/process3"/>
    <dgm:cxn modelId="{1ECAAE11-8C32-4378-AC10-46094BB7AC04}" type="presParOf" srcId="{02CF4DA6-60F6-4E6E-B835-796B31E2A0DF}" destId="{87286423-CEC2-4218-A9B2-A2A3D6576A4E}" srcOrd="1" destOrd="0" presId="urn:microsoft.com/office/officeart/2005/8/layout/process3"/>
    <dgm:cxn modelId="{9DA84545-2C9D-4DCE-A2BA-85CF6082594A}" type="presParOf" srcId="{02CF4DA6-60F6-4E6E-B835-796B31E2A0DF}" destId="{21E479A4-B372-44A4-A3C9-A0D15177556E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8F12E6E-D1B6-4209-960C-D50E39490FCD}" type="doc">
      <dgm:prSet loTypeId="urn:microsoft.com/office/officeart/2008/layout/VerticalCurvedList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A7E712C-4C71-4643-A392-89022BD4C49D}">
      <dgm:prSet phldrT="[Texte]" custT="1"/>
      <dgm:spPr/>
      <dgm:t>
        <a:bodyPr/>
        <a:lstStyle/>
        <a:p>
          <a:r>
            <a:rPr lang="en-US" sz="2400" b="1" cap="none" spc="0" dirty="0" err="1">
              <a:ln/>
              <a:effectLst/>
            </a:rPr>
            <a:t>Amélioration</a:t>
          </a:r>
          <a:r>
            <a:rPr lang="en-US" sz="2400" b="1" cap="none" spc="0" dirty="0">
              <a:ln/>
              <a:effectLst/>
            </a:rPr>
            <a:t> continue</a:t>
          </a:r>
        </a:p>
      </dgm:t>
    </dgm:pt>
    <dgm:pt modelId="{31F635DC-AA1A-4217-8B1F-521361B62AFD}" type="parTrans" cxnId="{B440AA28-DD62-423A-BD3C-2F489EB83EA3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266E5B1B-796D-4071-A0B9-EC0CC31BB1B8}" type="sibTrans" cxnId="{B440AA28-DD62-423A-BD3C-2F489EB83EA3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9643C233-E401-4BD0-AC60-3A545D65E705}">
      <dgm:prSet phldrT="[Texte]" custT="1"/>
      <dgm:spPr/>
      <dgm:t>
        <a:bodyPr/>
        <a:lstStyle/>
        <a:p>
          <a:r>
            <a:rPr lang="fr-FR" sz="2400" b="1" i="0" dirty="0"/>
            <a:t>Outils de résolution de problèmes</a:t>
          </a:r>
          <a:endParaRPr lang="en-US" sz="2400" b="1" cap="none" spc="0" dirty="0">
            <a:ln/>
            <a:effectLst/>
          </a:endParaRPr>
        </a:p>
      </dgm:t>
    </dgm:pt>
    <dgm:pt modelId="{471FE37B-9A40-44C2-99C1-0643543B9168}" type="parTrans" cxnId="{4DA86D60-6B6C-4809-8D2E-711DB91D694D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A14551DB-0446-4546-A239-34C582E09BCF}" type="sibTrans" cxnId="{4DA86D60-6B6C-4809-8D2E-711DB91D694D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04C6BC37-6C7B-4A1E-A14F-66A65A024B4D}">
      <dgm:prSet custT="1"/>
      <dgm:spPr/>
      <dgm:t>
        <a:bodyPr/>
        <a:lstStyle/>
        <a:p>
          <a:r>
            <a:rPr lang="fr-FR" sz="2400" b="1" i="0" kern="1200" dirty="0">
              <a:solidFill>
                <a:srgbClr val="FF0000"/>
              </a:solidFill>
              <a:latin typeface="Tahoma"/>
              <a:ea typeface="+mn-ea"/>
              <a:cs typeface="+mn-cs"/>
            </a:rPr>
            <a:t>Méthode 8D</a:t>
          </a:r>
        </a:p>
      </dgm:t>
    </dgm:pt>
    <dgm:pt modelId="{B00D9B7F-DE48-403F-B552-6A2FFF2D4FA0}" type="parTrans" cxnId="{731C63AB-933A-4819-B22E-7AC8D66D8EBF}">
      <dgm:prSet/>
      <dgm:spPr/>
      <dgm:t>
        <a:bodyPr/>
        <a:lstStyle/>
        <a:p>
          <a:endParaRPr lang="fr-FR"/>
        </a:p>
      </dgm:t>
    </dgm:pt>
    <dgm:pt modelId="{0A4DFCA4-4B39-4291-AB4E-2C85B10A15BD}" type="sibTrans" cxnId="{731C63AB-933A-4819-B22E-7AC8D66D8EBF}">
      <dgm:prSet/>
      <dgm:spPr/>
      <dgm:t>
        <a:bodyPr/>
        <a:lstStyle/>
        <a:p>
          <a:endParaRPr lang="fr-FR"/>
        </a:p>
      </dgm:t>
    </dgm:pt>
    <dgm:pt modelId="{3BAA4AE0-B554-485D-8BE1-D156749993EE}" type="pres">
      <dgm:prSet presAssocID="{28F12E6E-D1B6-4209-960C-D50E39490FCD}" presName="Name0" presStyleCnt="0">
        <dgm:presLayoutVars>
          <dgm:chMax val="7"/>
          <dgm:chPref val="7"/>
          <dgm:dir/>
        </dgm:presLayoutVars>
      </dgm:prSet>
      <dgm:spPr/>
    </dgm:pt>
    <dgm:pt modelId="{8FCD35BB-F285-446A-93BF-A647825B5A5B}" type="pres">
      <dgm:prSet presAssocID="{28F12E6E-D1B6-4209-960C-D50E39490FCD}" presName="Name1" presStyleCnt="0"/>
      <dgm:spPr/>
    </dgm:pt>
    <dgm:pt modelId="{BD94C79C-59D2-4F87-AC2A-FC0663D19582}" type="pres">
      <dgm:prSet presAssocID="{28F12E6E-D1B6-4209-960C-D50E39490FCD}" presName="cycle" presStyleCnt="0"/>
      <dgm:spPr/>
    </dgm:pt>
    <dgm:pt modelId="{8B44C25F-93CF-4800-8D2C-48AF2348878A}" type="pres">
      <dgm:prSet presAssocID="{28F12E6E-D1B6-4209-960C-D50E39490FCD}" presName="srcNode" presStyleLbl="node1" presStyleIdx="0" presStyleCnt="3"/>
      <dgm:spPr/>
    </dgm:pt>
    <dgm:pt modelId="{03B6EF24-7444-4B61-8700-03C085FB2499}" type="pres">
      <dgm:prSet presAssocID="{28F12E6E-D1B6-4209-960C-D50E39490FCD}" presName="conn" presStyleLbl="parChTrans1D2" presStyleIdx="0" presStyleCnt="1"/>
      <dgm:spPr/>
    </dgm:pt>
    <dgm:pt modelId="{680CF41C-6B5C-440F-9D49-5024CC81F271}" type="pres">
      <dgm:prSet presAssocID="{28F12E6E-D1B6-4209-960C-D50E39490FCD}" presName="extraNode" presStyleLbl="node1" presStyleIdx="0" presStyleCnt="3"/>
      <dgm:spPr/>
    </dgm:pt>
    <dgm:pt modelId="{62DE0116-3CFD-4236-9507-EED76BB68A27}" type="pres">
      <dgm:prSet presAssocID="{28F12E6E-D1B6-4209-960C-D50E39490FCD}" presName="dstNode" presStyleLbl="node1" presStyleIdx="0" presStyleCnt="3"/>
      <dgm:spPr/>
    </dgm:pt>
    <dgm:pt modelId="{E562737D-EE27-4A57-8D05-76D44CF17A49}" type="pres">
      <dgm:prSet presAssocID="{CA7E712C-4C71-4643-A392-89022BD4C49D}" presName="text_1" presStyleLbl="node1" presStyleIdx="0" presStyleCnt="3">
        <dgm:presLayoutVars>
          <dgm:bulletEnabled val="1"/>
        </dgm:presLayoutVars>
      </dgm:prSet>
      <dgm:spPr/>
    </dgm:pt>
    <dgm:pt modelId="{FC854A87-1EB2-4098-9B7B-F97F359427DC}" type="pres">
      <dgm:prSet presAssocID="{CA7E712C-4C71-4643-A392-89022BD4C49D}" presName="accent_1" presStyleCnt="0"/>
      <dgm:spPr/>
    </dgm:pt>
    <dgm:pt modelId="{7F7345BE-810D-47B1-B2B3-AF25C89BA7BF}" type="pres">
      <dgm:prSet presAssocID="{CA7E712C-4C71-4643-A392-89022BD4C49D}" presName="accentRepeatNode" presStyleLbl="solidFgAcc1" presStyleIdx="0" presStyleCnt="3"/>
      <dgm:spPr/>
    </dgm:pt>
    <dgm:pt modelId="{B794541A-BB75-4B98-BB8C-52A3886AB250}" type="pres">
      <dgm:prSet presAssocID="{9643C233-E401-4BD0-AC60-3A545D65E705}" presName="text_2" presStyleLbl="node1" presStyleIdx="1" presStyleCnt="3">
        <dgm:presLayoutVars>
          <dgm:bulletEnabled val="1"/>
        </dgm:presLayoutVars>
      </dgm:prSet>
      <dgm:spPr/>
    </dgm:pt>
    <dgm:pt modelId="{F844D2DA-3CED-4E99-9555-83623FABD14D}" type="pres">
      <dgm:prSet presAssocID="{9643C233-E401-4BD0-AC60-3A545D65E705}" presName="accent_2" presStyleCnt="0"/>
      <dgm:spPr/>
    </dgm:pt>
    <dgm:pt modelId="{A9790773-E97D-46E1-9C7E-454ECCD024AD}" type="pres">
      <dgm:prSet presAssocID="{9643C233-E401-4BD0-AC60-3A545D65E705}" presName="accentRepeatNode" presStyleLbl="solidFgAcc1" presStyleIdx="1" presStyleCnt="3"/>
      <dgm:spPr/>
    </dgm:pt>
    <dgm:pt modelId="{433CC392-BC40-4C07-9068-67B7EFD568F4}" type="pres">
      <dgm:prSet presAssocID="{04C6BC37-6C7B-4A1E-A14F-66A65A024B4D}" presName="text_3" presStyleLbl="node1" presStyleIdx="2" presStyleCnt="3">
        <dgm:presLayoutVars>
          <dgm:bulletEnabled val="1"/>
        </dgm:presLayoutVars>
      </dgm:prSet>
      <dgm:spPr/>
    </dgm:pt>
    <dgm:pt modelId="{9B68CF61-56A5-4B6A-950D-8F7A5A684BBA}" type="pres">
      <dgm:prSet presAssocID="{04C6BC37-6C7B-4A1E-A14F-66A65A024B4D}" presName="accent_3" presStyleCnt="0"/>
      <dgm:spPr/>
    </dgm:pt>
    <dgm:pt modelId="{074DD717-43BA-43D6-BD17-4D94DA3310EA}" type="pres">
      <dgm:prSet presAssocID="{04C6BC37-6C7B-4A1E-A14F-66A65A024B4D}" presName="accentRepeatNode" presStyleLbl="solidFgAcc1" presStyleIdx="2" presStyleCnt="3"/>
      <dgm:spPr/>
    </dgm:pt>
  </dgm:ptLst>
  <dgm:cxnLst>
    <dgm:cxn modelId="{9AAF5309-F8C2-4A07-9891-758CCBA12365}" type="presOf" srcId="{CA7E712C-4C71-4643-A392-89022BD4C49D}" destId="{E562737D-EE27-4A57-8D05-76D44CF17A49}" srcOrd="0" destOrd="0" presId="urn:microsoft.com/office/officeart/2008/layout/VerticalCurvedList"/>
    <dgm:cxn modelId="{B440AA28-DD62-423A-BD3C-2F489EB83EA3}" srcId="{28F12E6E-D1B6-4209-960C-D50E39490FCD}" destId="{CA7E712C-4C71-4643-A392-89022BD4C49D}" srcOrd="0" destOrd="0" parTransId="{31F635DC-AA1A-4217-8B1F-521361B62AFD}" sibTransId="{266E5B1B-796D-4071-A0B9-EC0CC31BB1B8}"/>
    <dgm:cxn modelId="{8A50C637-33C3-4960-A974-A54E2EC9B60D}" type="presOf" srcId="{28F12E6E-D1B6-4209-960C-D50E39490FCD}" destId="{3BAA4AE0-B554-485D-8BE1-D156749993EE}" srcOrd="0" destOrd="0" presId="urn:microsoft.com/office/officeart/2008/layout/VerticalCurvedList"/>
    <dgm:cxn modelId="{4DA86D60-6B6C-4809-8D2E-711DB91D694D}" srcId="{28F12E6E-D1B6-4209-960C-D50E39490FCD}" destId="{9643C233-E401-4BD0-AC60-3A545D65E705}" srcOrd="1" destOrd="0" parTransId="{471FE37B-9A40-44C2-99C1-0643543B9168}" sibTransId="{A14551DB-0446-4546-A239-34C582E09BCF}"/>
    <dgm:cxn modelId="{D56B6C7C-1647-4254-9163-7A9A495FA874}" type="presOf" srcId="{9643C233-E401-4BD0-AC60-3A545D65E705}" destId="{B794541A-BB75-4B98-BB8C-52A3886AB250}" srcOrd="0" destOrd="0" presId="urn:microsoft.com/office/officeart/2008/layout/VerticalCurvedList"/>
    <dgm:cxn modelId="{731C63AB-933A-4819-B22E-7AC8D66D8EBF}" srcId="{28F12E6E-D1B6-4209-960C-D50E39490FCD}" destId="{04C6BC37-6C7B-4A1E-A14F-66A65A024B4D}" srcOrd="2" destOrd="0" parTransId="{B00D9B7F-DE48-403F-B552-6A2FFF2D4FA0}" sibTransId="{0A4DFCA4-4B39-4291-AB4E-2C85B10A15BD}"/>
    <dgm:cxn modelId="{31A6C9C6-1439-495C-AB34-BEF54720882B}" type="presOf" srcId="{04C6BC37-6C7B-4A1E-A14F-66A65A024B4D}" destId="{433CC392-BC40-4C07-9068-67B7EFD568F4}" srcOrd="0" destOrd="0" presId="urn:microsoft.com/office/officeart/2008/layout/VerticalCurvedList"/>
    <dgm:cxn modelId="{60CCF2F4-7B06-42D8-B041-958C14C61336}" type="presOf" srcId="{266E5B1B-796D-4071-A0B9-EC0CC31BB1B8}" destId="{03B6EF24-7444-4B61-8700-03C085FB2499}" srcOrd="0" destOrd="0" presId="urn:microsoft.com/office/officeart/2008/layout/VerticalCurvedList"/>
    <dgm:cxn modelId="{E033E7E6-9F31-40DC-BF97-663F6E68AE20}" type="presParOf" srcId="{3BAA4AE0-B554-485D-8BE1-D156749993EE}" destId="{8FCD35BB-F285-446A-93BF-A647825B5A5B}" srcOrd="0" destOrd="0" presId="urn:microsoft.com/office/officeart/2008/layout/VerticalCurvedList"/>
    <dgm:cxn modelId="{07C2E6B7-7B2D-4EEA-8588-DA003118AB11}" type="presParOf" srcId="{8FCD35BB-F285-446A-93BF-A647825B5A5B}" destId="{BD94C79C-59D2-4F87-AC2A-FC0663D19582}" srcOrd="0" destOrd="0" presId="urn:microsoft.com/office/officeart/2008/layout/VerticalCurvedList"/>
    <dgm:cxn modelId="{0D2BF3F8-DE7D-4FC6-9BB8-BC404C89A87A}" type="presParOf" srcId="{BD94C79C-59D2-4F87-AC2A-FC0663D19582}" destId="{8B44C25F-93CF-4800-8D2C-48AF2348878A}" srcOrd="0" destOrd="0" presId="urn:microsoft.com/office/officeart/2008/layout/VerticalCurvedList"/>
    <dgm:cxn modelId="{7C933793-E02E-40A1-B764-E4D5A94762FE}" type="presParOf" srcId="{BD94C79C-59D2-4F87-AC2A-FC0663D19582}" destId="{03B6EF24-7444-4B61-8700-03C085FB2499}" srcOrd="1" destOrd="0" presId="urn:microsoft.com/office/officeart/2008/layout/VerticalCurvedList"/>
    <dgm:cxn modelId="{EFE08689-199E-483B-9012-0FBCA6867329}" type="presParOf" srcId="{BD94C79C-59D2-4F87-AC2A-FC0663D19582}" destId="{680CF41C-6B5C-440F-9D49-5024CC81F271}" srcOrd="2" destOrd="0" presId="urn:microsoft.com/office/officeart/2008/layout/VerticalCurvedList"/>
    <dgm:cxn modelId="{D771E784-0CE5-41A0-BF6F-8D6B46DA1A29}" type="presParOf" srcId="{BD94C79C-59D2-4F87-AC2A-FC0663D19582}" destId="{62DE0116-3CFD-4236-9507-EED76BB68A27}" srcOrd="3" destOrd="0" presId="urn:microsoft.com/office/officeart/2008/layout/VerticalCurvedList"/>
    <dgm:cxn modelId="{2138B399-0662-4F30-8FE5-DC3BE0D48A27}" type="presParOf" srcId="{8FCD35BB-F285-446A-93BF-A647825B5A5B}" destId="{E562737D-EE27-4A57-8D05-76D44CF17A49}" srcOrd="1" destOrd="0" presId="urn:microsoft.com/office/officeart/2008/layout/VerticalCurvedList"/>
    <dgm:cxn modelId="{5EDE33DB-0BC3-4AB2-898B-5C6138613933}" type="presParOf" srcId="{8FCD35BB-F285-446A-93BF-A647825B5A5B}" destId="{FC854A87-1EB2-4098-9B7B-F97F359427DC}" srcOrd="2" destOrd="0" presId="urn:microsoft.com/office/officeart/2008/layout/VerticalCurvedList"/>
    <dgm:cxn modelId="{A53D1140-E09C-4148-91D2-D7055233E3E8}" type="presParOf" srcId="{FC854A87-1EB2-4098-9B7B-F97F359427DC}" destId="{7F7345BE-810D-47B1-B2B3-AF25C89BA7BF}" srcOrd="0" destOrd="0" presId="urn:microsoft.com/office/officeart/2008/layout/VerticalCurvedList"/>
    <dgm:cxn modelId="{B05B06A8-D33C-4CE7-95BB-AB7A284118F8}" type="presParOf" srcId="{8FCD35BB-F285-446A-93BF-A647825B5A5B}" destId="{B794541A-BB75-4B98-BB8C-52A3886AB250}" srcOrd="3" destOrd="0" presId="urn:microsoft.com/office/officeart/2008/layout/VerticalCurvedList"/>
    <dgm:cxn modelId="{D88CCD88-DA73-411A-BDEF-B2DFD4A1F3EC}" type="presParOf" srcId="{8FCD35BB-F285-446A-93BF-A647825B5A5B}" destId="{F844D2DA-3CED-4E99-9555-83623FABD14D}" srcOrd="4" destOrd="0" presId="urn:microsoft.com/office/officeart/2008/layout/VerticalCurvedList"/>
    <dgm:cxn modelId="{BEC5A0B0-5ECB-4C0A-98F4-71B0ED7F95B6}" type="presParOf" srcId="{F844D2DA-3CED-4E99-9555-83623FABD14D}" destId="{A9790773-E97D-46E1-9C7E-454ECCD024AD}" srcOrd="0" destOrd="0" presId="urn:microsoft.com/office/officeart/2008/layout/VerticalCurvedList"/>
    <dgm:cxn modelId="{9106EC52-DA82-488C-81ED-7CEBA3EA418D}" type="presParOf" srcId="{8FCD35BB-F285-446A-93BF-A647825B5A5B}" destId="{433CC392-BC40-4C07-9068-67B7EFD568F4}" srcOrd="5" destOrd="0" presId="urn:microsoft.com/office/officeart/2008/layout/VerticalCurvedList"/>
    <dgm:cxn modelId="{27AE0222-9999-4858-B8FF-EC8B52653C63}" type="presParOf" srcId="{8FCD35BB-F285-446A-93BF-A647825B5A5B}" destId="{9B68CF61-56A5-4B6A-950D-8F7A5A684BBA}" srcOrd="6" destOrd="0" presId="urn:microsoft.com/office/officeart/2008/layout/VerticalCurvedList"/>
    <dgm:cxn modelId="{0101DB13-AC5F-4606-961A-DA330CEDE24A}" type="presParOf" srcId="{9B68CF61-56A5-4B6A-950D-8F7A5A684BBA}" destId="{074DD717-43BA-43D6-BD17-4D94DA3310E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B6EF24-7444-4B61-8700-03C085FB2499}">
      <dsp:nvSpPr>
        <dsp:cNvPr id="0" name=""/>
        <dsp:cNvSpPr/>
      </dsp:nvSpPr>
      <dsp:spPr>
        <a:xfrm>
          <a:off x="-5291522" y="-810449"/>
          <a:ext cx="6301418" cy="6301418"/>
        </a:xfrm>
        <a:prstGeom prst="blockArc">
          <a:avLst>
            <a:gd name="adj1" fmla="val 18900000"/>
            <a:gd name="adj2" fmla="val 2700000"/>
            <a:gd name="adj3" fmla="val 343"/>
          </a:avLst>
        </a:pr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62737D-EE27-4A57-8D05-76D44CF17A49}">
      <dsp:nvSpPr>
        <dsp:cNvPr id="0" name=""/>
        <dsp:cNvSpPr/>
      </dsp:nvSpPr>
      <dsp:spPr>
        <a:xfrm>
          <a:off x="649656" y="468052"/>
          <a:ext cx="6702576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 spc="0" dirty="0" err="1">
              <a:ln/>
              <a:effectLst/>
            </a:rPr>
            <a:t>Amélioration</a:t>
          </a:r>
          <a:r>
            <a:rPr lang="en-US" sz="2400" b="1" kern="1200" cap="none" spc="0" dirty="0">
              <a:ln/>
              <a:effectLst/>
            </a:rPr>
            <a:t> continue</a:t>
          </a:r>
        </a:p>
      </dsp:txBody>
      <dsp:txXfrm>
        <a:off x="649656" y="468052"/>
        <a:ext cx="6702576" cy="936104"/>
      </dsp:txXfrm>
    </dsp:sp>
    <dsp:sp modelId="{7F7345BE-810D-47B1-B2B3-AF25C89BA7BF}">
      <dsp:nvSpPr>
        <dsp:cNvPr id="0" name=""/>
        <dsp:cNvSpPr/>
      </dsp:nvSpPr>
      <dsp:spPr>
        <a:xfrm>
          <a:off x="64591" y="351039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B794541A-BB75-4B98-BB8C-52A3886AB250}">
      <dsp:nvSpPr>
        <dsp:cNvPr id="0" name=""/>
        <dsp:cNvSpPr/>
      </dsp:nvSpPr>
      <dsp:spPr>
        <a:xfrm>
          <a:off x="989929" y="1872208"/>
          <a:ext cx="6362302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i="0" kern="1200" dirty="0"/>
            <a:t>Outils de résolution de problèmes</a:t>
          </a:r>
          <a:endParaRPr lang="en-US" sz="2400" b="1" kern="1200" cap="none" spc="0" dirty="0">
            <a:ln/>
            <a:effectLst/>
          </a:endParaRPr>
        </a:p>
      </dsp:txBody>
      <dsp:txXfrm>
        <a:off x="989929" y="1872208"/>
        <a:ext cx="6362302" cy="936104"/>
      </dsp:txXfrm>
    </dsp:sp>
    <dsp:sp modelId="{A9790773-E97D-46E1-9C7E-454ECCD024AD}">
      <dsp:nvSpPr>
        <dsp:cNvPr id="0" name=""/>
        <dsp:cNvSpPr/>
      </dsp:nvSpPr>
      <dsp:spPr>
        <a:xfrm>
          <a:off x="404864" y="1755195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433CC392-BC40-4C07-9068-67B7EFD568F4}">
      <dsp:nvSpPr>
        <dsp:cNvPr id="0" name=""/>
        <dsp:cNvSpPr/>
      </dsp:nvSpPr>
      <dsp:spPr>
        <a:xfrm>
          <a:off x="649656" y="3276364"/>
          <a:ext cx="6702576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i="0" kern="1200" dirty="0">
              <a:solidFill>
                <a:srgbClr val="000000"/>
              </a:solidFill>
              <a:latin typeface="Tahoma"/>
              <a:ea typeface="+mn-ea"/>
              <a:cs typeface="+mn-cs"/>
            </a:rPr>
            <a:t>Méthode 8D</a:t>
          </a:r>
        </a:p>
      </dsp:txBody>
      <dsp:txXfrm>
        <a:off x="649656" y="3276364"/>
        <a:ext cx="6702576" cy="936104"/>
      </dsp:txXfrm>
    </dsp:sp>
    <dsp:sp modelId="{074DD717-43BA-43D6-BD17-4D94DA3310EA}">
      <dsp:nvSpPr>
        <dsp:cNvPr id="0" name=""/>
        <dsp:cNvSpPr/>
      </dsp:nvSpPr>
      <dsp:spPr>
        <a:xfrm>
          <a:off x="64591" y="3159351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B6EF24-7444-4B61-8700-03C085FB2499}">
      <dsp:nvSpPr>
        <dsp:cNvPr id="0" name=""/>
        <dsp:cNvSpPr/>
      </dsp:nvSpPr>
      <dsp:spPr>
        <a:xfrm>
          <a:off x="-5291522" y="-810449"/>
          <a:ext cx="6301418" cy="6301418"/>
        </a:xfrm>
        <a:prstGeom prst="blockArc">
          <a:avLst>
            <a:gd name="adj1" fmla="val 18900000"/>
            <a:gd name="adj2" fmla="val 2700000"/>
            <a:gd name="adj3" fmla="val 343"/>
          </a:avLst>
        </a:pr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62737D-EE27-4A57-8D05-76D44CF17A49}">
      <dsp:nvSpPr>
        <dsp:cNvPr id="0" name=""/>
        <dsp:cNvSpPr/>
      </dsp:nvSpPr>
      <dsp:spPr>
        <a:xfrm>
          <a:off x="649656" y="468052"/>
          <a:ext cx="6702576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 spc="0" dirty="0" err="1">
              <a:ln/>
              <a:solidFill>
                <a:srgbClr val="FF0000"/>
              </a:solidFill>
              <a:effectLst/>
            </a:rPr>
            <a:t>Amélioration</a:t>
          </a:r>
          <a:r>
            <a:rPr lang="en-US" sz="2400" b="1" kern="1200" cap="none" spc="0" dirty="0">
              <a:ln/>
              <a:solidFill>
                <a:srgbClr val="FF0000"/>
              </a:solidFill>
              <a:effectLst/>
            </a:rPr>
            <a:t> continue</a:t>
          </a:r>
        </a:p>
      </dsp:txBody>
      <dsp:txXfrm>
        <a:off x="649656" y="468052"/>
        <a:ext cx="6702576" cy="936104"/>
      </dsp:txXfrm>
    </dsp:sp>
    <dsp:sp modelId="{7F7345BE-810D-47B1-B2B3-AF25C89BA7BF}">
      <dsp:nvSpPr>
        <dsp:cNvPr id="0" name=""/>
        <dsp:cNvSpPr/>
      </dsp:nvSpPr>
      <dsp:spPr>
        <a:xfrm>
          <a:off x="64591" y="351039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B794541A-BB75-4B98-BB8C-52A3886AB250}">
      <dsp:nvSpPr>
        <dsp:cNvPr id="0" name=""/>
        <dsp:cNvSpPr/>
      </dsp:nvSpPr>
      <dsp:spPr>
        <a:xfrm>
          <a:off x="989929" y="1872208"/>
          <a:ext cx="6362302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i="0" kern="1200" dirty="0"/>
            <a:t>Outils de résolution de problèmes</a:t>
          </a:r>
          <a:endParaRPr lang="en-US" sz="2400" b="1" kern="1200" cap="none" spc="0" dirty="0">
            <a:ln/>
            <a:effectLst/>
          </a:endParaRPr>
        </a:p>
      </dsp:txBody>
      <dsp:txXfrm>
        <a:off x="989929" y="1872208"/>
        <a:ext cx="6362302" cy="936104"/>
      </dsp:txXfrm>
    </dsp:sp>
    <dsp:sp modelId="{A9790773-E97D-46E1-9C7E-454ECCD024AD}">
      <dsp:nvSpPr>
        <dsp:cNvPr id="0" name=""/>
        <dsp:cNvSpPr/>
      </dsp:nvSpPr>
      <dsp:spPr>
        <a:xfrm>
          <a:off x="404864" y="1755195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433CC392-BC40-4C07-9068-67B7EFD568F4}">
      <dsp:nvSpPr>
        <dsp:cNvPr id="0" name=""/>
        <dsp:cNvSpPr/>
      </dsp:nvSpPr>
      <dsp:spPr>
        <a:xfrm>
          <a:off x="649656" y="3276364"/>
          <a:ext cx="6702576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i="0" kern="1200" dirty="0">
              <a:solidFill>
                <a:srgbClr val="000000"/>
              </a:solidFill>
              <a:latin typeface="Tahoma"/>
              <a:ea typeface="+mn-ea"/>
              <a:cs typeface="+mn-cs"/>
            </a:rPr>
            <a:t>Méthode 8D</a:t>
          </a:r>
        </a:p>
      </dsp:txBody>
      <dsp:txXfrm>
        <a:off x="649656" y="3276364"/>
        <a:ext cx="6702576" cy="936104"/>
      </dsp:txXfrm>
    </dsp:sp>
    <dsp:sp modelId="{074DD717-43BA-43D6-BD17-4D94DA3310EA}">
      <dsp:nvSpPr>
        <dsp:cNvPr id="0" name=""/>
        <dsp:cNvSpPr/>
      </dsp:nvSpPr>
      <dsp:spPr>
        <a:xfrm>
          <a:off x="64591" y="3159351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B6EF24-7444-4B61-8700-03C085FB2499}">
      <dsp:nvSpPr>
        <dsp:cNvPr id="0" name=""/>
        <dsp:cNvSpPr/>
      </dsp:nvSpPr>
      <dsp:spPr>
        <a:xfrm>
          <a:off x="-5291522" y="-810449"/>
          <a:ext cx="6301418" cy="6301418"/>
        </a:xfrm>
        <a:prstGeom prst="blockArc">
          <a:avLst>
            <a:gd name="adj1" fmla="val 18900000"/>
            <a:gd name="adj2" fmla="val 2700000"/>
            <a:gd name="adj3" fmla="val 343"/>
          </a:avLst>
        </a:pr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62737D-EE27-4A57-8D05-76D44CF17A49}">
      <dsp:nvSpPr>
        <dsp:cNvPr id="0" name=""/>
        <dsp:cNvSpPr/>
      </dsp:nvSpPr>
      <dsp:spPr>
        <a:xfrm>
          <a:off x="649656" y="468052"/>
          <a:ext cx="6702576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 spc="0" dirty="0" err="1">
              <a:ln/>
              <a:effectLst/>
            </a:rPr>
            <a:t>Amélioration</a:t>
          </a:r>
          <a:r>
            <a:rPr lang="en-US" sz="2400" b="1" kern="1200" cap="none" spc="0" dirty="0">
              <a:ln/>
              <a:effectLst/>
            </a:rPr>
            <a:t> continue</a:t>
          </a:r>
        </a:p>
      </dsp:txBody>
      <dsp:txXfrm>
        <a:off x="649656" y="468052"/>
        <a:ext cx="6702576" cy="936104"/>
      </dsp:txXfrm>
    </dsp:sp>
    <dsp:sp modelId="{7F7345BE-810D-47B1-B2B3-AF25C89BA7BF}">
      <dsp:nvSpPr>
        <dsp:cNvPr id="0" name=""/>
        <dsp:cNvSpPr/>
      </dsp:nvSpPr>
      <dsp:spPr>
        <a:xfrm>
          <a:off x="64591" y="351039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B794541A-BB75-4B98-BB8C-52A3886AB250}">
      <dsp:nvSpPr>
        <dsp:cNvPr id="0" name=""/>
        <dsp:cNvSpPr/>
      </dsp:nvSpPr>
      <dsp:spPr>
        <a:xfrm>
          <a:off x="989929" y="1872208"/>
          <a:ext cx="6362302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i="0" kern="1200" dirty="0">
              <a:solidFill>
                <a:srgbClr val="FF0000"/>
              </a:solidFill>
            </a:rPr>
            <a:t>Outils de résolution de problèmes</a:t>
          </a:r>
          <a:endParaRPr lang="en-US" sz="2400" b="1" kern="1200" cap="none" spc="0" dirty="0">
            <a:ln/>
            <a:solidFill>
              <a:srgbClr val="FF0000"/>
            </a:solidFill>
            <a:effectLst/>
          </a:endParaRPr>
        </a:p>
      </dsp:txBody>
      <dsp:txXfrm>
        <a:off x="989929" y="1872208"/>
        <a:ext cx="6362302" cy="936104"/>
      </dsp:txXfrm>
    </dsp:sp>
    <dsp:sp modelId="{A9790773-E97D-46E1-9C7E-454ECCD024AD}">
      <dsp:nvSpPr>
        <dsp:cNvPr id="0" name=""/>
        <dsp:cNvSpPr/>
      </dsp:nvSpPr>
      <dsp:spPr>
        <a:xfrm>
          <a:off x="404864" y="1755195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433CC392-BC40-4C07-9068-67B7EFD568F4}">
      <dsp:nvSpPr>
        <dsp:cNvPr id="0" name=""/>
        <dsp:cNvSpPr/>
      </dsp:nvSpPr>
      <dsp:spPr>
        <a:xfrm>
          <a:off x="649656" y="3276364"/>
          <a:ext cx="6702576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i="0" kern="1200" dirty="0">
              <a:solidFill>
                <a:srgbClr val="000000"/>
              </a:solidFill>
              <a:latin typeface="Tahoma"/>
              <a:ea typeface="+mn-ea"/>
              <a:cs typeface="+mn-cs"/>
            </a:rPr>
            <a:t>Méthode 8D</a:t>
          </a:r>
        </a:p>
      </dsp:txBody>
      <dsp:txXfrm>
        <a:off x="649656" y="3276364"/>
        <a:ext cx="6702576" cy="936104"/>
      </dsp:txXfrm>
    </dsp:sp>
    <dsp:sp modelId="{074DD717-43BA-43D6-BD17-4D94DA3310EA}">
      <dsp:nvSpPr>
        <dsp:cNvPr id="0" name=""/>
        <dsp:cNvSpPr/>
      </dsp:nvSpPr>
      <dsp:spPr>
        <a:xfrm>
          <a:off x="64591" y="3159351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C1AD58-881B-48FA-A9F3-1E32CDBD0A5A}">
      <dsp:nvSpPr>
        <dsp:cNvPr id="0" name=""/>
        <dsp:cNvSpPr/>
      </dsp:nvSpPr>
      <dsp:spPr>
        <a:xfrm rot="5400000">
          <a:off x="-222646" y="223826"/>
          <a:ext cx="1484312" cy="103901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Solution</a:t>
          </a:r>
        </a:p>
      </dsp:txBody>
      <dsp:txXfrm rot="-5400000">
        <a:off x="1" y="520688"/>
        <a:ext cx="1039018" cy="445294"/>
      </dsp:txXfrm>
    </dsp:sp>
    <dsp:sp modelId="{81C7D90A-AA27-4465-90B6-6579FB20091D}">
      <dsp:nvSpPr>
        <dsp:cNvPr id="0" name=""/>
        <dsp:cNvSpPr/>
      </dsp:nvSpPr>
      <dsp:spPr>
        <a:xfrm rot="5400000">
          <a:off x="2240664" y="-1200465"/>
          <a:ext cx="964803" cy="336809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Efficacité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Mise en œuvre (temps, ressources)</a:t>
          </a:r>
        </a:p>
      </dsp:txBody>
      <dsp:txXfrm rot="-5400000">
        <a:off x="1039019" y="48278"/>
        <a:ext cx="3320996" cy="870607"/>
      </dsp:txXfrm>
    </dsp:sp>
    <dsp:sp modelId="{F220FF5B-7D3B-461E-A708-9285BB91E8D5}">
      <dsp:nvSpPr>
        <dsp:cNvPr id="0" name=""/>
        <dsp:cNvSpPr/>
      </dsp:nvSpPr>
      <dsp:spPr>
        <a:xfrm rot="5400000">
          <a:off x="-222646" y="1512490"/>
          <a:ext cx="1484312" cy="103901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Forces et Faiblesses</a:t>
          </a:r>
        </a:p>
      </dsp:txBody>
      <dsp:txXfrm rot="-5400000">
        <a:off x="1" y="1809352"/>
        <a:ext cx="1039018" cy="445294"/>
      </dsp:txXfrm>
    </dsp:sp>
    <dsp:sp modelId="{692BE5F1-CE44-4F29-94A3-274573C989A4}">
      <dsp:nvSpPr>
        <dsp:cNvPr id="0" name=""/>
        <dsp:cNvSpPr/>
      </dsp:nvSpPr>
      <dsp:spPr>
        <a:xfrm rot="5400000">
          <a:off x="2240664" y="88198"/>
          <a:ext cx="964803" cy="336809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Réelles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>
              <a:solidFill>
                <a:srgbClr val="FF0000"/>
              </a:solidFill>
            </a:rPr>
            <a:t>Internes (souvent)</a:t>
          </a:r>
        </a:p>
      </dsp:txBody>
      <dsp:txXfrm rot="-5400000">
        <a:off x="1039019" y="1336941"/>
        <a:ext cx="3320996" cy="870607"/>
      </dsp:txXfrm>
    </dsp:sp>
    <dsp:sp modelId="{2472E21E-73CB-4944-A057-BCF567E15992}">
      <dsp:nvSpPr>
        <dsp:cNvPr id="0" name=""/>
        <dsp:cNvSpPr/>
      </dsp:nvSpPr>
      <dsp:spPr>
        <a:xfrm rot="5400000">
          <a:off x="-222646" y="2801154"/>
          <a:ext cx="1484312" cy="103901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Opportunités et Menaces</a:t>
          </a:r>
        </a:p>
      </dsp:txBody>
      <dsp:txXfrm rot="-5400000">
        <a:off x="1" y="3098016"/>
        <a:ext cx="1039018" cy="445294"/>
      </dsp:txXfrm>
    </dsp:sp>
    <dsp:sp modelId="{716323DD-F32F-45C3-A636-6CCF551FF781}">
      <dsp:nvSpPr>
        <dsp:cNvPr id="0" name=""/>
        <dsp:cNvSpPr/>
      </dsp:nvSpPr>
      <dsp:spPr>
        <a:xfrm rot="5400000">
          <a:off x="2240664" y="1376861"/>
          <a:ext cx="964803" cy="336809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Hypothèses/du futur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>
              <a:solidFill>
                <a:srgbClr val="FF0000"/>
              </a:solidFill>
            </a:rPr>
            <a:t>Externes (souvent)</a:t>
          </a:r>
        </a:p>
      </dsp:txBody>
      <dsp:txXfrm rot="-5400000">
        <a:off x="1039019" y="2625604"/>
        <a:ext cx="3320996" cy="8706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0F264D-C52B-411C-A6D1-912A5A4E2F47}">
      <dsp:nvSpPr>
        <dsp:cNvPr id="0" name=""/>
        <dsp:cNvSpPr/>
      </dsp:nvSpPr>
      <dsp:spPr>
        <a:xfrm>
          <a:off x="8579" y="1838208"/>
          <a:ext cx="1417649" cy="752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Forces</a:t>
          </a:r>
        </a:p>
      </dsp:txBody>
      <dsp:txXfrm>
        <a:off x="8579" y="1838208"/>
        <a:ext cx="1417649" cy="501972"/>
      </dsp:txXfrm>
    </dsp:sp>
    <dsp:sp modelId="{FC392C53-7742-458F-BF6F-362EB9CEEEE6}">
      <dsp:nvSpPr>
        <dsp:cNvPr id="0" name=""/>
        <dsp:cNvSpPr/>
      </dsp:nvSpPr>
      <dsp:spPr>
        <a:xfrm>
          <a:off x="298658" y="2340180"/>
          <a:ext cx="1417649" cy="23023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200" extrusionH="600" contourW="3000">
          <a:bevelT w="48600" h="18600" prst="relaxedInset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Problème totalement résolu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Technologie existante</a:t>
          </a:r>
        </a:p>
      </dsp:txBody>
      <dsp:txXfrm>
        <a:off x="340180" y="2381702"/>
        <a:ext cx="1334605" cy="2219286"/>
      </dsp:txXfrm>
    </dsp:sp>
    <dsp:sp modelId="{C2B78C24-6598-4133-9388-6EBE8E02033F}">
      <dsp:nvSpPr>
        <dsp:cNvPr id="0" name=""/>
        <dsp:cNvSpPr/>
      </dsp:nvSpPr>
      <dsp:spPr>
        <a:xfrm>
          <a:off x="1641092" y="1912688"/>
          <a:ext cx="455510" cy="3530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400" kern="1200"/>
        </a:p>
      </dsp:txBody>
      <dsp:txXfrm>
        <a:off x="1641092" y="1983290"/>
        <a:ext cx="349606" cy="211808"/>
      </dsp:txXfrm>
    </dsp:sp>
    <dsp:sp modelId="{940CCCBC-7509-414A-959F-C780D5787231}">
      <dsp:nvSpPr>
        <dsp:cNvPr id="0" name=""/>
        <dsp:cNvSpPr/>
      </dsp:nvSpPr>
      <dsp:spPr>
        <a:xfrm>
          <a:off x="2285682" y="1838208"/>
          <a:ext cx="1417649" cy="752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Faiblesses</a:t>
          </a:r>
        </a:p>
      </dsp:txBody>
      <dsp:txXfrm>
        <a:off x="2285682" y="1838208"/>
        <a:ext cx="1417649" cy="501972"/>
      </dsp:txXfrm>
    </dsp:sp>
    <dsp:sp modelId="{3CC182B8-777D-4E1E-9F63-517901CAE4FF}">
      <dsp:nvSpPr>
        <dsp:cNvPr id="0" name=""/>
        <dsp:cNvSpPr/>
      </dsp:nvSpPr>
      <dsp:spPr>
        <a:xfrm>
          <a:off x="2575761" y="2340180"/>
          <a:ext cx="1417649" cy="23023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200" extrusionH="600" contourW="3000">
          <a:bevelT w="48600" h="18600" prst="relaxedInset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Cout de mise œuvre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Peu de fournisseurs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</dsp:txBody>
      <dsp:txXfrm>
        <a:off x="2617283" y="2381702"/>
        <a:ext cx="1334605" cy="2219286"/>
      </dsp:txXfrm>
    </dsp:sp>
    <dsp:sp modelId="{068275FF-B442-4CC6-8F76-9C1BAD6EEA9C}">
      <dsp:nvSpPr>
        <dsp:cNvPr id="0" name=""/>
        <dsp:cNvSpPr/>
      </dsp:nvSpPr>
      <dsp:spPr>
        <a:xfrm>
          <a:off x="3918195" y="1912688"/>
          <a:ext cx="455510" cy="3530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400" kern="1200"/>
        </a:p>
      </dsp:txBody>
      <dsp:txXfrm>
        <a:off x="3918195" y="1983290"/>
        <a:ext cx="349606" cy="211808"/>
      </dsp:txXfrm>
    </dsp:sp>
    <dsp:sp modelId="{DFBC8E10-6616-4E03-ABD5-81843DC64317}">
      <dsp:nvSpPr>
        <dsp:cNvPr id="0" name=""/>
        <dsp:cNvSpPr/>
      </dsp:nvSpPr>
      <dsp:spPr>
        <a:xfrm>
          <a:off x="4562785" y="1838208"/>
          <a:ext cx="1793929" cy="752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Opportunités</a:t>
          </a:r>
        </a:p>
      </dsp:txBody>
      <dsp:txXfrm>
        <a:off x="4562785" y="1838208"/>
        <a:ext cx="1793929" cy="501972"/>
      </dsp:txXfrm>
    </dsp:sp>
    <dsp:sp modelId="{4A0CA73B-7347-4280-8BC0-6C834FED949F}">
      <dsp:nvSpPr>
        <dsp:cNvPr id="0" name=""/>
        <dsp:cNvSpPr/>
      </dsp:nvSpPr>
      <dsp:spPr>
        <a:xfrm>
          <a:off x="5040193" y="2340180"/>
          <a:ext cx="1419270" cy="23023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200" extrusionH="600" contourW="3000">
          <a:bevelT w="48600" h="18600" prst="relaxedInset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Image de marque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Développement du réseau des fournisseurs</a:t>
          </a:r>
        </a:p>
      </dsp:txBody>
      <dsp:txXfrm>
        <a:off x="5081762" y="2381749"/>
        <a:ext cx="1336132" cy="2219192"/>
      </dsp:txXfrm>
    </dsp:sp>
    <dsp:sp modelId="{7F5A2998-DEBD-4D49-AF0E-BD2EE07CCE9B}">
      <dsp:nvSpPr>
        <dsp:cNvPr id="0" name=""/>
        <dsp:cNvSpPr/>
      </dsp:nvSpPr>
      <dsp:spPr>
        <a:xfrm>
          <a:off x="6524745" y="1912688"/>
          <a:ext cx="356225" cy="3530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400" kern="1200"/>
        </a:p>
      </dsp:txBody>
      <dsp:txXfrm>
        <a:off x="6524745" y="1983290"/>
        <a:ext cx="250321" cy="211808"/>
      </dsp:txXfrm>
    </dsp:sp>
    <dsp:sp modelId="{87286423-CEC2-4218-A9B2-A2A3D6576A4E}">
      <dsp:nvSpPr>
        <dsp:cNvPr id="0" name=""/>
        <dsp:cNvSpPr/>
      </dsp:nvSpPr>
      <dsp:spPr>
        <a:xfrm>
          <a:off x="7028838" y="1838208"/>
          <a:ext cx="1419270" cy="752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Menaces</a:t>
          </a:r>
        </a:p>
      </dsp:txBody>
      <dsp:txXfrm>
        <a:off x="7028838" y="1838208"/>
        <a:ext cx="1419270" cy="501972"/>
      </dsp:txXfrm>
    </dsp:sp>
    <dsp:sp modelId="{21E479A4-B372-44A4-A3C9-A0D15177556E}">
      <dsp:nvSpPr>
        <dsp:cNvPr id="0" name=""/>
        <dsp:cNvSpPr/>
      </dsp:nvSpPr>
      <dsp:spPr>
        <a:xfrm>
          <a:off x="7157347" y="2340180"/>
          <a:ext cx="1742410" cy="23023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200" extrusionH="600" contourW="3000">
          <a:bevelT w="48600" h="18600" prst="relaxedInset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Evolution des réglementations sur les matériaux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Nouvelle technologie plus prometteuse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</dsp:txBody>
      <dsp:txXfrm>
        <a:off x="7208380" y="2391213"/>
        <a:ext cx="1640344" cy="22002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B6EF24-7444-4B61-8700-03C085FB2499}">
      <dsp:nvSpPr>
        <dsp:cNvPr id="0" name=""/>
        <dsp:cNvSpPr/>
      </dsp:nvSpPr>
      <dsp:spPr>
        <a:xfrm>
          <a:off x="-5291522" y="-810449"/>
          <a:ext cx="6301418" cy="6301418"/>
        </a:xfrm>
        <a:prstGeom prst="blockArc">
          <a:avLst>
            <a:gd name="adj1" fmla="val 18900000"/>
            <a:gd name="adj2" fmla="val 2700000"/>
            <a:gd name="adj3" fmla="val 343"/>
          </a:avLst>
        </a:pr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62737D-EE27-4A57-8D05-76D44CF17A49}">
      <dsp:nvSpPr>
        <dsp:cNvPr id="0" name=""/>
        <dsp:cNvSpPr/>
      </dsp:nvSpPr>
      <dsp:spPr>
        <a:xfrm>
          <a:off x="649656" y="468052"/>
          <a:ext cx="6702576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 spc="0" dirty="0" err="1">
              <a:ln/>
              <a:effectLst/>
            </a:rPr>
            <a:t>Amélioration</a:t>
          </a:r>
          <a:r>
            <a:rPr lang="en-US" sz="2400" b="1" kern="1200" cap="none" spc="0" dirty="0">
              <a:ln/>
              <a:effectLst/>
            </a:rPr>
            <a:t> continue</a:t>
          </a:r>
        </a:p>
      </dsp:txBody>
      <dsp:txXfrm>
        <a:off x="649656" y="468052"/>
        <a:ext cx="6702576" cy="936104"/>
      </dsp:txXfrm>
    </dsp:sp>
    <dsp:sp modelId="{7F7345BE-810D-47B1-B2B3-AF25C89BA7BF}">
      <dsp:nvSpPr>
        <dsp:cNvPr id="0" name=""/>
        <dsp:cNvSpPr/>
      </dsp:nvSpPr>
      <dsp:spPr>
        <a:xfrm>
          <a:off x="64591" y="351039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B794541A-BB75-4B98-BB8C-52A3886AB250}">
      <dsp:nvSpPr>
        <dsp:cNvPr id="0" name=""/>
        <dsp:cNvSpPr/>
      </dsp:nvSpPr>
      <dsp:spPr>
        <a:xfrm>
          <a:off x="989929" y="1872208"/>
          <a:ext cx="6362302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i="0" kern="1200" dirty="0"/>
            <a:t>Outils de résolution de problèmes</a:t>
          </a:r>
          <a:endParaRPr lang="en-US" sz="2400" b="1" kern="1200" cap="none" spc="0" dirty="0">
            <a:ln/>
            <a:effectLst/>
          </a:endParaRPr>
        </a:p>
      </dsp:txBody>
      <dsp:txXfrm>
        <a:off x="989929" y="1872208"/>
        <a:ext cx="6362302" cy="936104"/>
      </dsp:txXfrm>
    </dsp:sp>
    <dsp:sp modelId="{A9790773-E97D-46E1-9C7E-454ECCD024AD}">
      <dsp:nvSpPr>
        <dsp:cNvPr id="0" name=""/>
        <dsp:cNvSpPr/>
      </dsp:nvSpPr>
      <dsp:spPr>
        <a:xfrm>
          <a:off x="404864" y="1755195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433CC392-BC40-4C07-9068-67B7EFD568F4}">
      <dsp:nvSpPr>
        <dsp:cNvPr id="0" name=""/>
        <dsp:cNvSpPr/>
      </dsp:nvSpPr>
      <dsp:spPr>
        <a:xfrm>
          <a:off x="649656" y="3276364"/>
          <a:ext cx="6702576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i="0" kern="1200" dirty="0">
              <a:solidFill>
                <a:srgbClr val="FF0000"/>
              </a:solidFill>
              <a:latin typeface="Tahoma"/>
              <a:ea typeface="+mn-ea"/>
              <a:cs typeface="+mn-cs"/>
            </a:rPr>
            <a:t>Méthode 8D</a:t>
          </a:r>
        </a:p>
      </dsp:txBody>
      <dsp:txXfrm>
        <a:off x="649656" y="3276364"/>
        <a:ext cx="6702576" cy="936104"/>
      </dsp:txXfrm>
    </dsp:sp>
    <dsp:sp modelId="{074DD717-43BA-43D6-BD17-4D94DA3310EA}">
      <dsp:nvSpPr>
        <dsp:cNvPr id="0" name=""/>
        <dsp:cNvSpPr/>
      </dsp:nvSpPr>
      <dsp:spPr>
        <a:xfrm>
          <a:off x="64591" y="3159351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>
            <a:lvl1pPr defTabSz="952500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>
            <a:lvl1pPr algn="r" defTabSz="952500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37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b" anchorCtr="0" compatLnSpc="1">
            <a:prstTxWarp prst="textNoShape">
              <a:avLst/>
            </a:prstTxWarp>
          </a:bodyPr>
          <a:lstStyle>
            <a:lvl1pPr defTabSz="952500">
              <a:defRPr sz="1200"/>
            </a:lvl1pPr>
          </a:lstStyle>
          <a:p>
            <a:pPr>
              <a:defRPr/>
            </a:pPr>
            <a:r>
              <a:rPr lang="fr-FR"/>
              <a:t>Hai Canh VU</a:t>
            </a:r>
          </a:p>
        </p:txBody>
      </p:sp>
      <p:sp>
        <p:nvSpPr>
          <p:cNvPr id="737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b" anchorCtr="0" compatLnSpc="1">
            <a:prstTxWarp prst="textNoShape">
              <a:avLst/>
            </a:prstTxWarp>
          </a:bodyPr>
          <a:lstStyle>
            <a:lvl1pPr algn="r" defTabSz="952500">
              <a:defRPr sz="1200"/>
            </a:lvl1pPr>
          </a:lstStyle>
          <a:p>
            <a:pPr>
              <a:defRPr/>
            </a:pPr>
            <a:fld id="{8DD6D6EB-B5B7-4C90-B157-269532824D8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621997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>
            <a:lvl1pPr defTabSz="952500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>
            <a:lvl1pPr algn="r" defTabSz="952500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b" anchorCtr="0" compatLnSpc="1">
            <a:prstTxWarp prst="textNoShape">
              <a:avLst/>
            </a:prstTxWarp>
          </a:bodyPr>
          <a:lstStyle>
            <a:lvl1pPr defTabSz="952500">
              <a:defRPr sz="1200"/>
            </a:lvl1pPr>
          </a:lstStyle>
          <a:p>
            <a:pPr>
              <a:defRPr/>
            </a:pPr>
            <a:r>
              <a:rPr lang="fr-FR"/>
              <a:t>Hai Canh VU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b" anchorCtr="0" compatLnSpc="1">
            <a:prstTxWarp prst="textNoShape">
              <a:avLst/>
            </a:prstTxWarp>
          </a:bodyPr>
          <a:lstStyle>
            <a:lvl1pPr algn="r" defTabSz="952500">
              <a:defRPr sz="1200"/>
            </a:lvl1pPr>
          </a:lstStyle>
          <a:p>
            <a:pPr>
              <a:defRPr/>
            </a:pPr>
            <a:fld id="{8FADE52C-4518-48E1-9309-AEA0C32D95E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pic>
        <p:nvPicPr>
          <p:cNvPr id="8" name="图片 5">
            <a:extLst>
              <a:ext uri="{FF2B5EF4-FFF2-40B4-BE49-F238E27FC236}">
                <a16:creationId xmlns:a16="http://schemas.microsoft.com/office/drawing/2014/main" id="{715C52C2-F212-4838-A3AC-66498DA995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280" y="4356369"/>
            <a:ext cx="636426" cy="24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14030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97578"/>
            <a:ext cx="8516744" cy="5097146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lang="en-US" dirty="0" smtClean="0">
                <a:latin typeface="Century Gothic" panose="020B0502020202020204" pitchFamily="34" charset="0"/>
              </a:defRPr>
            </a:lvl1pPr>
            <a:lvl2pPr marL="742950" indent="-285750">
              <a:buFont typeface="Wingdings" pitchFamily="2" charset="2"/>
              <a:buChar char="Ø"/>
              <a:defRPr lang="en-US" dirty="0" smtClean="0">
                <a:latin typeface="Century Gothic" panose="020B0502020202020204" pitchFamily="34" charset="0"/>
              </a:defRPr>
            </a:lvl2pPr>
            <a:lvl3pPr>
              <a:defRPr lang="en-US" dirty="0" smtClean="0">
                <a:latin typeface="Century Gothic" panose="020B0502020202020204" pitchFamily="34" charset="0"/>
              </a:defRPr>
            </a:lvl3pPr>
            <a:lvl4pPr>
              <a:defRPr lang="en-US" dirty="0" smtClean="0">
                <a:latin typeface="Century Gothic" panose="020B0502020202020204" pitchFamily="34" charset="0"/>
              </a:defRPr>
            </a:lvl4pPr>
            <a:lvl5pPr>
              <a:defRPr lang="fr-FR" dirty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C67EA-B7A4-4BA5-AD55-2BB488CA63F6}" type="datetime1">
              <a:rPr lang="fr-FR" smtClean="0"/>
              <a:t>22/03/2026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Hai Canh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FE0B4-9485-468D-8CC0-53380116C60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580926"/>
          </a:xfr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2400" dirty="0">
                <a:solidFill>
                  <a:srgbClr val="FAC828"/>
                </a:solidFill>
                <a:latin typeface="Arial"/>
                <a:cs typeface="Arial"/>
              </a:defRPr>
            </a:lvl1pPr>
          </a:lstStyle>
          <a:p>
            <a:pPr marL="0" lvl="0" algn="l"/>
            <a:r>
              <a:rPr lang="en-US" dirty="0"/>
              <a:t>Click to edit Master title style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3521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020D6D-3FB5-4F7B-9877-4CAA069F6B0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623707-5978-41C4-846F-C8F42F20A23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BFFC5-7EC9-48BE-A471-CAF84BDDF5F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4213" y="1341438"/>
            <a:ext cx="3811587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41438"/>
            <a:ext cx="3811588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EB0BCA-6397-40D2-8573-214F68E75BC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ACB19-8C56-4639-AF2B-BA8051516BB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6B2403-EA0C-437D-8DD2-E673575763F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B94342-0038-49B4-A508-6DE15087ED1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47F22B-52BB-464C-90D6-CFCF895F5C5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9EB72C-65A4-45C5-996A-785E34159A4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0BD6CD-EF94-4A09-A733-7A6701BC84A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6688" y="44450"/>
            <a:ext cx="1943100" cy="626427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4213" y="44450"/>
            <a:ext cx="5680075" cy="62642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224A75-12D2-49CB-B624-924C1D4629C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4450"/>
            <a:ext cx="77724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84213" y="1341438"/>
            <a:ext cx="3811587" cy="49672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41438"/>
            <a:ext cx="3811588" cy="49672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571A3-5F14-4374-BCBF-ACAC137999B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4450"/>
            <a:ext cx="77724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84213" y="1341438"/>
            <a:ext cx="3811587" cy="49672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341438"/>
            <a:ext cx="3811588" cy="24066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8200" y="3900488"/>
            <a:ext cx="3811588" cy="24082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CED9C1-3A5C-40A2-90B3-C09917253A9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odele_MQ_2005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028209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mailto:hai-canh.vu@utc.fr" TargetMode="Externa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445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341438"/>
            <a:ext cx="7775575" cy="496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</a:defRPr>
            </a:lvl1pPr>
          </a:lstStyle>
          <a:p>
            <a:pPr>
              <a:defRPr/>
            </a:pPr>
            <a:fld id="{55539A0A-C0A9-423A-9DF7-980B0A7F21B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1547664" y="6497859"/>
            <a:ext cx="274556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dirty="0">
                <a:latin typeface="Tahoma" pitchFamily="34" charset="0"/>
              </a:rPr>
              <a:t>Alexandre VU &lt;</a:t>
            </a:r>
            <a:r>
              <a:rPr lang="fr-FR" sz="1200" dirty="0">
                <a:solidFill>
                  <a:schemeClr val="tx1"/>
                </a:solidFill>
                <a:latin typeface="Tahoma" pitchFamily="34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alexandre.vu@utc.fr</a:t>
            </a:r>
            <a:r>
              <a:rPr lang="fr-FR" sz="1200" dirty="0">
                <a:latin typeface="Tahoma" pitchFamily="34" charset="0"/>
              </a:rPr>
              <a:t>&gt;</a:t>
            </a:r>
          </a:p>
        </p:txBody>
      </p:sp>
      <p:sp>
        <p:nvSpPr>
          <p:cNvPr id="1035" name="Line 11"/>
          <p:cNvSpPr>
            <a:spLocks noChangeShapeType="1"/>
          </p:cNvSpPr>
          <p:nvPr userDrawn="1"/>
        </p:nvSpPr>
        <p:spPr bwMode="auto">
          <a:xfrm>
            <a:off x="609600" y="64008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D066531-D292-4236-8DFC-430FCF963DA9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6442708"/>
            <a:ext cx="859867" cy="415292"/>
          </a:xfrm>
          <a:prstGeom prst="rect">
            <a:avLst/>
          </a:prstGeom>
        </p:spPr>
      </p:pic>
      <p:pic>
        <p:nvPicPr>
          <p:cNvPr id="8" name="图片 5">
            <a:extLst>
              <a:ext uri="{FF2B5EF4-FFF2-40B4-BE49-F238E27FC236}">
                <a16:creationId xmlns:a16="http://schemas.microsoft.com/office/drawing/2014/main" id="{7E089F04-4EAC-460B-BF77-6691168EA7A5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319" y="6385410"/>
            <a:ext cx="1215809" cy="4725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20"/>
        </a:buBlip>
        <a:defRPr sz="3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21"/>
        </a:buBlip>
        <a:defRPr sz="28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e-9wcvze5k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hyperlink" Target="https://osteo15.com/2015/02/05/L%27ergonomie-au-bureau/" TargetMode="External"/><Relationship Id="rId4" Type="http://schemas.openxmlformats.org/officeDocument/2006/relationships/hyperlink" Target="https://www.youtube.com/watch?v=WUEHDZF6WGo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x4.com/blog/pdca-4-etapes-de-lamelioration-continue/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7wdM7RAW7gU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mailto:hai-canh.vu@utc.fr" TargetMode="Externa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aIkAtBGHLXU&amp;t=55s" TargetMode="Externa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dxnIjCexHV0" TargetMode="Externa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4D41EB2-F63E-499E-9A46-AC24ACFC774F}" type="slidenum">
              <a:rPr lang="fr-FR"/>
              <a:pPr>
                <a:defRPr/>
              </a:pPr>
              <a:t>1</a:t>
            </a:fld>
            <a:endParaRPr lang="fr-FR" dirty="0"/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584" y="0"/>
            <a:ext cx="7772400" cy="1800200"/>
          </a:xfrm>
        </p:spPr>
        <p:txBody>
          <a:bodyPr/>
          <a:lstStyle/>
          <a:p>
            <a:pPr eaLnBrk="1" hangingPunct="1"/>
            <a:r>
              <a:rPr lang="fr-FR" b="1" dirty="0">
                <a:solidFill>
                  <a:schemeClr val="accent2"/>
                </a:solidFill>
              </a:rPr>
              <a:t>FQ01 - Management de la Qualité</a:t>
            </a:r>
            <a:r>
              <a:rPr lang="fr-FR" dirty="0">
                <a:solidFill>
                  <a:schemeClr val="accent2"/>
                </a:solidFill>
              </a:rPr>
              <a:t> 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B0F810-9C08-4269-B51E-B33846FD6DC5}"/>
              </a:ext>
            </a:extLst>
          </p:cNvPr>
          <p:cNvSpPr/>
          <p:nvPr/>
        </p:nvSpPr>
        <p:spPr>
          <a:xfrm>
            <a:off x="2771800" y="5835302"/>
            <a:ext cx="34083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UTSEUS - Printemps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E0A91C-A28A-4F0C-A659-BBE9218340FD}"/>
              </a:ext>
            </a:extLst>
          </p:cNvPr>
          <p:cNvSpPr/>
          <p:nvPr/>
        </p:nvSpPr>
        <p:spPr>
          <a:xfrm>
            <a:off x="2286617" y="1477034"/>
            <a:ext cx="45592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600" b="1" dirty="0">
                <a:solidFill>
                  <a:srgbClr val="FF000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Amélioration Continue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63D1A63-AFDF-44A9-8421-180E8AFAB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918" y="2269546"/>
            <a:ext cx="3841686" cy="3419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55665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Plan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1CA00D1A-05D9-4C1D-A85E-3644A758E2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3094647"/>
              </p:ext>
            </p:extLst>
          </p:nvPr>
        </p:nvGraphicFramePr>
        <p:xfrm>
          <a:off x="827584" y="1088740"/>
          <a:ext cx="7416824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2689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55665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Plan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1CA00D1A-05D9-4C1D-A85E-3644A758E2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466152"/>
              </p:ext>
            </p:extLst>
          </p:nvPr>
        </p:nvGraphicFramePr>
        <p:xfrm>
          <a:off x="827584" y="1088740"/>
          <a:ext cx="7416824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140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Kaizen</a:t>
            </a:r>
          </a:p>
        </p:txBody>
      </p:sp>
      <p:pic>
        <p:nvPicPr>
          <p:cNvPr id="2050" name="Picture 2" descr="Qu'est ce que la méthode Kaizen? - 7-Shapes">
            <a:extLst>
              <a:ext uri="{FF2B5EF4-FFF2-40B4-BE49-F238E27FC236}">
                <a16:creationId xmlns:a16="http://schemas.microsoft.com/office/drawing/2014/main" id="{D9585646-62CA-4CFC-961B-37F564300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640" y="704890"/>
            <a:ext cx="7542492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F492F71-C373-49A1-A59B-9B8F50461C1E}"/>
              </a:ext>
            </a:extLst>
          </p:cNvPr>
          <p:cNvSpPr/>
          <p:nvPr/>
        </p:nvSpPr>
        <p:spPr>
          <a:xfrm>
            <a:off x="359532" y="532855"/>
            <a:ext cx="84249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>
              <a:solidFill>
                <a:srgbClr val="141414"/>
              </a:solidFill>
              <a:latin typeface="Maven Pro"/>
            </a:endParaRPr>
          </a:p>
          <a:p>
            <a:r>
              <a:rPr lang="fr-FR" dirty="0"/>
              <a:t>                                     </a:t>
            </a:r>
            <a:r>
              <a:rPr lang="fr-FR" b="1" dirty="0"/>
              <a:t>Amélioration continue = Kaizen</a:t>
            </a:r>
            <a:endParaRPr lang="fr-FR" b="1" dirty="0">
              <a:solidFill>
                <a:srgbClr val="141414"/>
              </a:solidFill>
              <a:latin typeface="Maven Pro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6956B1-F40A-4F8D-86C3-1D1522DD48E7}"/>
              </a:ext>
            </a:extLst>
          </p:cNvPr>
          <p:cNvSpPr/>
          <p:nvPr/>
        </p:nvSpPr>
        <p:spPr>
          <a:xfrm>
            <a:off x="935035" y="5223500"/>
            <a:ext cx="75155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solidFill>
                  <a:srgbClr val="141414"/>
                </a:solidFill>
                <a:latin typeface="Maven Pro"/>
              </a:rPr>
              <a:t>L’amélioration continue est selon la norme ISO 9000: «</a:t>
            </a:r>
            <a:r>
              <a:rPr lang="fr-FR" i="1" dirty="0">
                <a:solidFill>
                  <a:srgbClr val="141414"/>
                </a:solidFill>
                <a:latin typeface="Maven Pro"/>
              </a:rPr>
              <a:t> une activité récurrente menée pour améliorer les performances</a:t>
            </a:r>
            <a:r>
              <a:rPr lang="fr-FR" dirty="0">
                <a:solidFill>
                  <a:srgbClr val="141414"/>
                </a:solidFill>
                <a:latin typeface="Maven Pro"/>
              </a:rPr>
              <a:t> ».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F50E17-7D34-4993-99E1-2B8E85A48A2D}"/>
              </a:ext>
            </a:extLst>
          </p:cNvPr>
          <p:cNvSpPr/>
          <p:nvPr/>
        </p:nvSpPr>
        <p:spPr>
          <a:xfrm>
            <a:off x="1965639" y="5902585"/>
            <a:ext cx="54543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https://www.youtube.com/watch?v=ne-9wcvze5k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2015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Kaizen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DF44A1-BC75-4EA3-8248-0E01425C21E3}"/>
              </a:ext>
            </a:extLst>
          </p:cNvPr>
          <p:cNvSpPr/>
          <p:nvPr/>
        </p:nvSpPr>
        <p:spPr>
          <a:xfrm>
            <a:off x="1094767" y="1124744"/>
            <a:ext cx="7344816" cy="21957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fr-FR" altLang="zh-CN" sz="2400" b="1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Amélioration </a:t>
            </a:r>
            <a:r>
              <a:rPr lang="fr-FR" altLang="zh-CN" sz="2400" b="1" dirty="0">
                <a:solidFill>
                  <a:srgbClr val="C00000"/>
                </a:solidFill>
                <a:ea typeface="ＭＳ Ｐゴシック" panose="020B0600070205080204" pitchFamily="34" charset="-128"/>
                <a:cs typeface="Times New Roman" panose="02020603050405020304" pitchFamily="18" charset="0"/>
              </a:rPr>
              <a:t>continue :</a:t>
            </a:r>
          </a:p>
          <a:p>
            <a:pPr eaLnBrk="1" hangingPunct="1"/>
            <a:endParaRPr lang="fr-FR" altLang="zh-CN" sz="2400" dirty="0"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altLang="zh-CN" sz="2400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petits projets, sans obligatoirement de gros moyens</a:t>
            </a:r>
          </a:p>
          <a:p>
            <a:pPr marL="800100" lvl="1" indent="-342900" eaLnBrk="1" hangingPunct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altLang="zh-CN" sz="2400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jour après jour,  constamment, graduellement</a:t>
            </a:r>
          </a:p>
        </p:txBody>
      </p:sp>
    </p:spTree>
    <p:extLst>
      <p:ext uri="{BB962C8B-B14F-4D97-AF65-F5344CB8AC3E}">
        <p14:creationId xmlns:p14="http://schemas.microsoft.com/office/powerpoint/2010/main" val="1003686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Domaines d’application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952D2FC-99FE-4674-81D4-6381F6104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048" y="1196752"/>
            <a:ext cx="6485904" cy="4031112"/>
          </a:xfrm>
          <a:prstGeom prst="rect">
            <a:avLst/>
          </a:prstGeom>
        </p:spPr>
      </p:pic>
      <p:pic>
        <p:nvPicPr>
          <p:cNvPr id="1028" name="Picture 4" descr="Questions/Réponses | Ensemble [on va plus loin] pour l'Université de  Toulouse">
            <a:extLst>
              <a:ext uri="{FF2B5EF4-FFF2-40B4-BE49-F238E27FC236}">
                <a16:creationId xmlns:a16="http://schemas.microsoft.com/office/drawing/2014/main" id="{C09B8F6F-9B0B-4CC5-B787-B71BAC556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3861048"/>
            <a:ext cx="1847850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219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Domaines d’application</a:t>
            </a:r>
          </a:p>
        </p:txBody>
      </p:sp>
      <p:pic>
        <p:nvPicPr>
          <p:cNvPr id="4098" name="Picture 2" descr="L'ergonomie au bureau - Fabienne Krotoff &amp; Charlotte Wang ostéopathes D.O">
            <a:extLst>
              <a:ext uri="{FF2B5EF4-FFF2-40B4-BE49-F238E27FC236}">
                <a16:creationId xmlns:a16="http://schemas.microsoft.com/office/drawing/2014/main" id="{812F6CB1-1D73-432A-8B9D-695EAC47D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657498"/>
            <a:ext cx="4752529" cy="3561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11D37562-96E7-4A8F-8C27-3997C8E28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789" y="600668"/>
            <a:ext cx="6480720" cy="20154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7E5E78-E41A-4015-9C47-632C3D08821D}"/>
              </a:ext>
            </a:extLst>
          </p:cNvPr>
          <p:cNvSpPr/>
          <p:nvPr/>
        </p:nvSpPr>
        <p:spPr>
          <a:xfrm>
            <a:off x="5698715" y="1707843"/>
            <a:ext cx="26432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Google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L'ergonomie au bureau</a:t>
            </a:r>
            <a:endParaRPr lang="fr-FR" b="1" i="0" strike="noStrike" dirty="0">
              <a:solidFill>
                <a:srgbClr val="FF0000"/>
              </a:solidFill>
              <a:effectLst/>
              <a:latin typeface="Google Sans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2050" name="Picture 2" descr="Position">
            <a:extLst>
              <a:ext uri="{FF2B5EF4-FFF2-40B4-BE49-F238E27FC236}">
                <a16:creationId xmlns:a16="http://schemas.microsoft.com/office/drawing/2014/main" id="{3C51B059-BF7B-40D6-BA1A-1A99FE555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3" y="2616162"/>
            <a:ext cx="3456383" cy="3420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772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8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Domaines d’application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3B0F175-E82A-4C0E-ABD3-8D89CCF67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15" y="575674"/>
            <a:ext cx="7093865" cy="2592288"/>
          </a:xfrm>
          <a:prstGeom prst="rect">
            <a:avLst/>
          </a:prstGeom>
        </p:spPr>
      </p:pic>
      <p:pic>
        <p:nvPicPr>
          <p:cNvPr id="6146" name="Picture 2" descr="https://oscarmorant2011.files.wordpress.com/2011/06/poka-yoke-2.jpg?w=640">
            <a:extLst>
              <a:ext uri="{FF2B5EF4-FFF2-40B4-BE49-F238E27FC236}">
                <a16:creationId xmlns:a16="http://schemas.microsoft.com/office/drawing/2014/main" id="{620D0064-15F5-4257-81FB-F1BC9A471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86" y="3464176"/>
            <a:ext cx="2228582" cy="222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CEB16C5-8910-411E-8D72-15043BCA1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3464176"/>
            <a:ext cx="2808312" cy="222858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D94033E-61FF-4905-91D2-8A0C75032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657" y="3257990"/>
            <a:ext cx="3505343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216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9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Domaines d’application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3B0F175-E82A-4C0E-ABD3-8D89CCF67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15" y="575674"/>
            <a:ext cx="7093865" cy="2592288"/>
          </a:xfrm>
          <a:prstGeom prst="rect">
            <a:avLst/>
          </a:prstGeom>
        </p:spPr>
      </p:pic>
      <p:pic>
        <p:nvPicPr>
          <p:cNvPr id="6146" name="Picture 2" descr="https://oscarmorant2011.files.wordpress.com/2011/06/poka-yoke-2.jpg?w=640">
            <a:extLst>
              <a:ext uri="{FF2B5EF4-FFF2-40B4-BE49-F238E27FC236}">
                <a16:creationId xmlns:a16="http://schemas.microsoft.com/office/drawing/2014/main" id="{620D0064-15F5-4257-81FB-F1BC9A471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86" y="3464176"/>
            <a:ext cx="2228582" cy="222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CEB16C5-8910-411E-8D72-15043BCA1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3464176"/>
            <a:ext cx="2808312" cy="222858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D94033E-61FF-4905-91D2-8A0C75032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657" y="3257990"/>
            <a:ext cx="3505343" cy="30243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F00A2F-9426-4F45-BCE3-7B6891B64C40}"/>
              </a:ext>
            </a:extLst>
          </p:cNvPr>
          <p:cNvSpPr/>
          <p:nvPr/>
        </p:nvSpPr>
        <p:spPr>
          <a:xfrm>
            <a:off x="1187624" y="1124744"/>
            <a:ext cx="6336704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81BADE-8777-4742-807F-F03A5ACF2273}"/>
              </a:ext>
            </a:extLst>
          </p:cNvPr>
          <p:cNvSpPr/>
          <p:nvPr/>
        </p:nvSpPr>
        <p:spPr>
          <a:xfrm>
            <a:off x="2699792" y="3332862"/>
            <a:ext cx="2938865" cy="24003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1034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10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Domaines d’application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3B0F175-E82A-4C0E-ABD3-8D89CCF67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15" y="575674"/>
            <a:ext cx="7093865" cy="2592288"/>
          </a:xfrm>
          <a:prstGeom prst="rect">
            <a:avLst/>
          </a:prstGeom>
        </p:spPr>
      </p:pic>
      <p:pic>
        <p:nvPicPr>
          <p:cNvPr id="6146" name="Picture 2" descr="https://oscarmorant2011.files.wordpress.com/2011/06/poka-yoke-2.jpg?w=640">
            <a:extLst>
              <a:ext uri="{FF2B5EF4-FFF2-40B4-BE49-F238E27FC236}">
                <a16:creationId xmlns:a16="http://schemas.microsoft.com/office/drawing/2014/main" id="{620D0064-15F5-4257-81FB-F1BC9A471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86" y="3464176"/>
            <a:ext cx="2228582" cy="222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CEB16C5-8910-411E-8D72-15043BCA1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3464176"/>
            <a:ext cx="2808312" cy="222858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D94033E-61FF-4905-91D2-8A0C75032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657" y="3257990"/>
            <a:ext cx="3505343" cy="30243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F00A2F-9426-4F45-BCE3-7B6891B64C40}"/>
              </a:ext>
            </a:extLst>
          </p:cNvPr>
          <p:cNvSpPr/>
          <p:nvPr/>
        </p:nvSpPr>
        <p:spPr>
          <a:xfrm>
            <a:off x="1314176" y="1865582"/>
            <a:ext cx="6336704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81BADE-8777-4742-807F-F03A5ACF2273}"/>
              </a:ext>
            </a:extLst>
          </p:cNvPr>
          <p:cNvSpPr/>
          <p:nvPr/>
        </p:nvSpPr>
        <p:spPr>
          <a:xfrm>
            <a:off x="107504" y="3370744"/>
            <a:ext cx="2461735" cy="24003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3665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11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Domaines d’application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3B0F175-E82A-4C0E-ABD3-8D89CCF67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15" y="575674"/>
            <a:ext cx="7093865" cy="2592288"/>
          </a:xfrm>
          <a:prstGeom prst="rect">
            <a:avLst/>
          </a:prstGeom>
        </p:spPr>
      </p:pic>
      <p:pic>
        <p:nvPicPr>
          <p:cNvPr id="6146" name="Picture 2" descr="https://oscarmorant2011.files.wordpress.com/2011/06/poka-yoke-2.jpg?w=640">
            <a:extLst>
              <a:ext uri="{FF2B5EF4-FFF2-40B4-BE49-F238E27FC236}">
                <a16:creationId xmlns:a16="http://schemas.microsoft.com/office/drawing/2014/main" id="{620D0064-15F5-4257-81FB-F1BC9A471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86" y="3464176"/>
            <a:ext cx="2228582" cy="222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CEB16C5-8910-411E-8D72-15043BCA1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3464176"/>
            <a:ext cx="2808312" cy="222858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D94033E-61FF-4905-91D2-8A0C75032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657" y="3257990"/>
            <a:ext cx="3505343" cy="30243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F00A2F-9426-4F45-BCE3-7B6891B64C40}"/>
              </a:ext>
            </a:extLst>
          </p:cNvPr>
          <p:cNvSpPr/>
          <p:nvPr/>
        </p:nvSpPr>
        <p:spPr>
          <a:xfrm>
            <a:off x="1324036" y="2672088"/>
            <a:ext cx="5120172" cy="506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81BADE-8777-4742-807F-F03A5ACF2273}"/>
              </a:ext>
            </a:extLst>
          </p:cNvPr>
          <p:cNvSpPr/>
          <p:nvPr/>
        </p:nvSpPr>
        <p:spPr>
          <a:xfrm>
            <a:off x="5624952" y="3247310"/>
            <a:ext cx="3519048" cy="3035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7150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12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Domaines d’application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38AE75D-32B2-4A18-B76B-D9CF4AD3F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667224"/>
            <a:ext cx="5544616" cy="2448272"/>
          </a:xfrm>
          <a:prstGeom prst="rect">
            <a:avLst/>
          </a:prstGeom>
        </p:spPr>
      </p:pic>
      <p:pic>
        <p:nvPicPr>
          <p:cNvPr id="7170" name="Picture 2" descr="Supprimer les pilotes inutiles, obsolètes ou anciens de Windows 10, 11 -  malekal.com">
            <a:extLst>
              <a:ext uri="{FF2B5EF4-FFF2-40B4-BE49-F238E27FC236}">
                <a16:creationId xmlns:a16="http://schemas.microsoft.com/office/drawing/2014/main" id="{D170D03C-FF34-4B27-8F37-5FCA2A05A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429000"/>
            <a:ext cx="4741812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144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13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Pourquoi?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AADEE05-F90C-413C-A785-A39618346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883379"/>
            <a:ext cx="7704488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085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14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Pourquoi?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B96C92-7B02-4453-8CC5-8B1317A04E40}"/>
              </a:ext>
            </a:extLst>
          </p:cNvPr>
          <p:cNvSpPr/>
          <p:nvPr/>
        </p:nvSpPr>
        <p:spPr>
          <a:xfrm>
            <a:off x="933364" y="836712"/>
            <a:ext cx="7524836" cy="4930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dirty="0">
                <a:solidFill>
                  <a:srgbClr val="111827"/>
                </a:solidFill>
                <a:latin typeface="Poppins"/>
              </a:rPr>
              <a:t>Amélioration continue vise à :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111827"/>
                </a:solidFill>
                <a:latin typeface="Poppins"/>
              </a:rPr>
              <a:t>Identifier et analyser 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les problèmes ou les dysfonctionnements qui affectent les processus ou les résultats.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111827"/>
                </a:solidFill>
                <a:latin typeface="Poppins"/>
              </a:rPr>
              <a:t>Trouver et </a:t>
            </a:r>
            <a:r>
              <a:rPr lang="fr-FR" b="1" dirty="0">
                <a:solidFill>
                  <a:srgbClr val="111827"/>
                </a:solidFill>
                <a:latin typeface="Poppins"/>
              </a:rPr>
              <a:t>mettre en œuvre des solutions 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adaptées et innovantes pour résoudre ces problèmes ou améliorer ces processus.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111827"/>
                </a:solidFill>
                <a:latin typeface="Poppins"/>
              </a:rPr>
              <a:t>Capitaliser sur les bonnes pratiques 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et les diffuser au sein de l’organisation.</a:t>
            </a:r>
            <a:endParaRPr lang="fr-FR" b="0" i="0" dirty="0">
              <a:solidFill>
                <a:srgbClr val="111827"/>
              </a:solidFill>
              <a:effectLst/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677801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15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Pourquoi?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9742BE-1ADE-433F-9D8D-5D26D2522484}"/>
              </a:ext>
            </a:extLst>
          </p:cNvPr>
          <p:cNvSpPr/>
          <p:nvPr/>
        </p:nvSpPr>
        <p:spPr>
          <a:xfrm>
            <a:off x="648680" y="836712"/>
            <a:ext cx="7846640" cy="4930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>
                <a:solidFill>
                  <a:srgbClr val="111827"/>
                </a:solidFill>
                <a:latin typeface="Poppins"/>
              </a:rPr>
              <a:t>Les bénéfices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 de l’amélioration continue sont multiples pour une organisation. Elle permet de :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111827"/>
                </a:solidFill>
                <a:latin typeface="Poppins"/>
              </a:rPr>
              <a:t>Améliorer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 la qualité des produits ou des services 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111827"/>
                </a:solidFill>
                <a:latin typeface="Poppins"/>
              </a:rPr>
              <a:t>Réduire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 les coûts liés aux non-conformités, aux retours clients, aux pertes de matières premières ou aux temps d’arrêt.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111827"/>
                </a:solidFill>
                <a:latin typeface="Poppins"/>
              </a:rPr>
              <a:t>Augmenter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 la productivité et la capacité de production en optimisant l’utilisation des ressources humaines et matérielles.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111827"/>
                </a:solidFill>
                <a:latin typeface="Poppins"/>
              </a:rPr>
              <a:t>Gagner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 en compétitivité et en réactivité face aux évolutions du marché et aux attentes des clients.</a:t>
            </a:r>
            <a:endParaRPr lang="fr-FR" b="0" i="0" dirty="0">
              <a:solidFill>
                <a:srgbClr val="111827"/>
              </a:solidFill>
              <a:effectLst/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183954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16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 Roue de Deming </a:t>
            </a:r>
          </a:p>
        </p:txBody>
      </p:sp>
      <p:pic>
        <p:nvPicPr>
          <p:cNvPr id="3074" name="Picture 2" descr="Cycle PDCA / La roue de Deming - Certification QSE">
            <a:extLst>
              <a:ext uri="{FF2B5EF4-FFF2-40B4-BE49-F238E27FC236}">
                <a16:creationId xmlns:a16="http://schemas.microsoft.com/office/drawing/2014/main" id="{44CB0733-ADA5-4B80-9F11-7E69CE59D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544105"/>
            <a:ext cx="6930946" cy="4277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D33FD75-6A4E-4282-8B7C-A1E944B2152F}"/>
              </a:ext>
            </a:extLst>
          </p:cNvPr>
          <p:cNvSpPr/>
          <p:nvPr/>
        </p:nvSpPr>
        <p:spPr>
          <a:xfrm>
            <a:off x="539552" y="669043"/>
            <a:ext cx="82089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solidFill>
                  <a:srgbClr val="141414"/>
                </a:solidFill>
                <a:latin typeface="Maven Pro"/>
              </a:rPr>
              <a:t>La démarche d’amélioration continue est souvent représentée de manière graphique, sous la forme d’une « Roue de Deming » dite aussi </a:t>
            </a:r>
            <a:r>
              <a:rPr lang="fr-FR" dirty="0">
                <a:solidFill>
                  <a:srgbClr val="09BED9"/>
                </a:solidFill>
                <a:latin typeface="Maven Pro"/>
                <a:hlinkClick r:id="rId3"/>
              </a:rPr>
              <a:t>« PDCA »</a:t>
            </a:r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493997-9B9D-4BCD-A9B0-8E7159B5B4A7}"/>
              </a:ext>
            </a:extLst>
          </p:cNvPr>
          <p:cNvSpPr/>
          <p:nvPr/>
        </p:nvSpPr>
        <p:spPr>
          <a:xfrm>
            <a:off x="1781905" y="5832191"/>
            <a:ext cx="5886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hlinkClick r:id="rId4"/>
              </a:rPr>
              <a:t>https://www.youtube.com/watch?v=7wdM7RAW7gU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0560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17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Pourquoi?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B96C92-7B02-4453-8CC5-8B1317A04E40}"/>
              </a:ext>
            </a:extLst>
          </p:cNvPr>
          <p:cNvSpPr/>
          <p:nvPr/>
        </p:nvSpPr>
        <p:spPr>
          <a:xfrm>
            <a:off x="933364" y="544371"/>
            <a:ext cx="7524836" cy="4930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dirty="0">
                <a:solidFill>
                  <a:srgbClr val="111827"/>
                </a:solidFill>
                <a:latin typeface="Poppins"/>
              </a:rPr>
              <a:t>Amélioration continue vise à :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111827"/>
                </a:solidFill>
                <a:latin typeface="Poppins"/>
              </a:rPr>
              <a:t>Identifier et analyser 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les problèmes ou les dysfonctionnements qui affectent les processus ou les résultats.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111827"/>
                </a:solidFill>
                <a:latin typeface="Poppins"/>
              </a:rPr>
              <a:t>Trouver et </a:t>
            </a:r>
            <a:r>
              <a:rPr lang="fr-FR" b="1" dirty="0">
                <a:solidFill>
                  <a:srgbClr val="111827"/>
                </a:solidFill>
                <a:latin typeface="Poppins"/>
              </a:rPr>
              <a:t>mettre en œuvre des solutions 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adaptées et innovantes pour résoudre ces problèmes ou améliorer ces processus.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111827"/>
                </a:solidFill>
                <a:latin typeface="Poppins"/>
              </a:rPr>
              <a:t>Capitaliser sur les bonnes pratiques 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et les diffuser au sein de l’organisation.</a:t>
            </a:r>
            <a:endParaRPr lang="fr-FR" b="0" i="0" dirty="0">
              <a:solidFill>
                <a:srgbClr val="111827"/>
              </a:solidFill>
              <a:effectLst/>
              <a:latin typeface="Poppi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E67ACD-F3C4-4902-B8FD-A116530D0674}"/>
              </a:ext>
            </a:extLst>
          </p:cNvPr>
          <p:cNvSpPr/>
          <p:nvPr/>
        </p:nvSpPr>
        <p:spPr>
          <a:xfrm>
            <a:off x="1979712" y="5646338"/>
            <a:ext cx="58512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fr-FR" sz="2800" b="1" dirty="0">
                <a:solidFill>
                  <a:srgbClr val="FF0000"/>
                </a:solidFill>
              </a:rPr>
              <a:t>Les outils de résolution de problèmes</a:t>
            </a:r>
            <a:endParaRPr lang="en-US" sz="2800" b="1" dirty="0">
              <a:ln/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678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18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55665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Plan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1CA00D1A-05D9-4C1D-A85E-3644A758E2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8345158"/>
              </p:ext>
            </p:extLst>
          </p:nvPr>
        </p:nvGraphicFramePr>
        <p:xfrm>
          <a:off x="827584" y="1088740"/>
          <a:ext cx="7416824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09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19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92700-9302-4339-A848-A58FE433FF8C}"/>
              </a:ext>
            </a:extLst>
          </p:cNvPr>
          <p:cNvSpPr/>
          <p:nvPr/>
        </p:nvSpPr>
        <p:spPr>
          <a:xfrm>
            <a:off x="467544" y="980728"/>
            <a:ext cx="7934865" cy="53249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300000"/>
              </a:lnSpc>
            </a:pPr>
            <a:r>
              <a:rPr lang="fr-FR" sz="3600" b="1" dirty="0"/>
              <a:t>Les outils de résolution de problèmes</a:t>
            </a:r>
          </a:p>
          <a:p>
            <a:pPr lvl="1"/>
            <a:r>
              <a:rPr lang="fr-FR" sz="3600" b="1" dirty="0"/>
              <a:t>     </a:t>
            </a:r>
            <a:r>
              <a:rPr lang="fr-FR" sz="3600" b="1" dirty="0">
                <a:solidFill>
                  <a:srgbClr val="FF0000"/>
                </a:solidFill>
              </a:rPr>
              <a:t>Définir le problème (QQOQCP) </a:t>
            </a:r>
          </a:p>
          <a:p>
            <a:pPr lvl="1">
              <a:lnSpc>
                <a:spcPct val="300000"/>
              </a:lnSpc>
            </a:pPr>
            <a:endParaRPr lang="fr-FR" sz="3600" b="1" dirty="0"/>
          </a:p>
          <a:p>
            <a:pPr lvl="1">
              <a:lnSpc>
                <a:spcPct val="300000"/>
              </a:lnSpc>
            </a:pP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2559118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20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80276DC-48AE-47B9-B12D-201516A9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016732"/>
            <a:ext cx="7776864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267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21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36BB3E9-18C1-484E-8DE9-C21D152D6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749090"/>
            <a:ext cx="748883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3200" dirty="0" smtClean="0">
                <a:solidFill>
                  <a:srgbClr val="000000"/>
                </a:solidFill>
                <a:latin typeface="Century Gothic" panose="020B0502020202020204" pitchFamily="34" charset="0"/>
                <a:ea typeface="+mn-ea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lang="en-US" sz="2800" dirty="0" smtClean="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lang="en-US" sz="2400" dirty="0" smtClean="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lang="en-US" sz="2000" dirty="0" smtClean="0">
                <a:solidFill>
                  <a:srgbClr val="000000"/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lang="fr-FR" sz="2000" dirty="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  <a:buFont typeface="Times" charset="0"/>
              <a:buNone/>
              <a:defRPr/>
            </a:pPr>
            <a:r>
              <a:rPr lang="fr-FR" sz="2000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Il est courant de 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lang="fr-FR" sz="2000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 	</a:t>
            </a:r>
            <a:r>
              <a:rPr lang="fr-FR" sz="2000" kern="0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se trouver confronté à des problèmes soudains rapportés </a:t>
            </a:r>
            <a:r>
              <a:rPr lang="fr-FR" sz="2000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par des collaborateurs</a:t>
            </a:r>
          </a:p>
          <a:p>
            <a:pPr lvl="1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fr-FR" sz="2000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 	</a:t>
            </a:r>
            <a:r>
              <a:rPr lang="fr-FR" sz="2000" kern="0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s’attaquer tout de suite à l’étude de la solution</a:t>
            </a:r>
            <a:r>
              <a:rPr lang="fr-FR" sz="2000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, sans avoir suffisamment analyser le problème élémentaire: </a:t>
            </a:r>
          </a:p>
        </p:txBody>
      </p:sp>
    </p:spTree>
    <p:extLst>
      <p:ext uri="{BB962C8B-B14F-4D97-AF65-F5344CB8AC3E}">
        <p14:creationId xmlns:p14="http://schemas.microsoft.com/office/powerpoint/2010/main" val="319768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22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113A29-83F8-4193-AA5D-3BBE7F42D26E}"/>
              </a:ext>
            </a:extLst>
          </p:cNvPr>
          <p:cNvSpPr/>
          <p:nvPr/>
        </p:nvSpPr>
        <p:spPr>
          <a:xfrm>
            <a:off x="709106" y="739808"/>
            <a:ext cx="79186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altLang="zh-CN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méthode de questionnement QQOQCP permet de décrire une situation/un problème en répondant aux questions suivantes  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d’une manière générale :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QQOQCP : une carte questions qui donne des réponses ? | Fantadys">
            <a:extLst>
              <a:ext uri="{FF2B5EF4-FFF2-40B4-BE49-F238E27FC236}">
                <a16:creationId xmlns:a16="http://schemas.microsoft.com/office/drawing/2014/main" id="{EA18DAC6-812D-4667-9D42-B72347700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294" y="1870450"/>
            <a:ext cx="7596336" cy="4415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148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23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6CBFCB1-9B68-4B11-A5F9-825E4CE59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80" y="1519635"/>
            <a:ext cx="7560840" cy="407181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39C8CFD-31C3-44E8-B4A2-5AA3332E2565}"/>
              </a:ext>
            </a:extLst>
          </p:cNvPr>
          <p:cNvSpPr/>
          <p:nvPr/>
        </p:nvSpPr>
        <p:spPr>
          <a:xfrm>
            <a:off x="1259632" y="928613"/>
            <a:ext cx="72728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FF0000"/>
                </a:solidFill>
                <a:latin typeface="Rubik"/>
              </a:rPr>
              <a:t>Qui est concerné ?</a:t>
            </a:r>
            <a:endParaRPr lang="fr-FR" sz="2400" b="1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500B4E3-0FD6-42AD-9861-00B2C7810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634" y="4264296"/>
            <a:ext cx="4540070" cy="213650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8719AA9-51B2-4708-9E7E-45F6EF690B33}"/>
              </a:ext>
            </a:extLst>
          </p:cNvPr>
          <p:cNvSpPr/>
          <p:nvPr/>
        </p:nvSpPr>
        <p:spPr>
          <a:xfrm>
            <a:off x="2941634" y="3415080"/>
            <a:ext cx="50147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Le moteur tombe souvent en panne et pose des problèmes de production.</a:t>
            </a:r>
          </a:p>
        </p:txBody>
      </p:sp>
    </p:spTree>
    <p:extLst>
      <p:ext uri="{BB962C8B-B14F-4D97-AF65-F5344CB8AC3E}">
        <p14:creationId xmlns:p14="http://schemas.microsoft.com/office/powerpoint/2010/main" val="3483164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24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BC9F273-68C4-4C4F-BC64-84A984310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96752"/>
            <a:ext cx="2219658" cy="3960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7C4D304-226A-4759-A6E8-62037BD06DDE}"/>
              </a:ext>
            </a:extLst>
          </p:cNvPr>
          <p:cNvSpPr/>
          <p:nvPr/>
        </p:nvSpPr>
        <p:spPr>
          <a:xfrm>
            <a:off x="3347864" y="796642"/>
            <a:ext cx="23762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latin typeface="Rubik"/>
              </a:rPr>
              <a:t>De quoi s'agit-il ?</a:t>
            </a:r>
            <a:endParaRPr lang="fr-FR" sz="2400" b="1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989A2CB-105C-4896-8A10-1FC15B0A6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1841124"/>
            <a:ext cx="4160939" cy="1372341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4279E8F-37C9-4BA8-A938-B34913598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816" y="3614052"/>
            <a:ext cx="5989254" cy="154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61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25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9D4F8DC-6AF3-46D1-B4A7-3BD47FC06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08" y="1386309"/>
            <a:ext cx="2046761" cy="377352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A7623A6-9A2C-43CF-881D-A6F643CE4854}"/>
              </a:ext>
            </a:extLst>
          </p:cNvPr>
          <p:cNvSpPr/>
          <p:nvPr/>
        </p:nvSpPr>
        <p:spPr>
          <a:xfrm>
            <a:off x="2930397" y="884487"/>
            <a:ext cx="36319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Où apparait le problème ?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08E2ECC-0556-4FDD-A75F-67E6496EE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1988840"/>
            <a:ext cx="4105848" cy="1810003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8A71A9A9-2646-4600-85EF-54734F54F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702" y="4077072"/>
            <a:ext cx="3326545" cy="190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029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26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631B1DD-7987-4460-958F-6E3EDF8B9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28847"/>
            <a:ext cx="2186013" cy="411332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46C3545-D16F-44F4-BDEB-EDFAB8507FD0}"/>
              </a:ext>
            </a:extLst>
          </p:cNvPr>
          <p:cNvSpPr/>
          <p:nvPr/>
        </p:nvSpPr>
        <p:spPr>
          <a:xfrm>
            <a:off x="2483768" y="892907"/>
            <a:ext cx="43949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Quand est apparu le problème ?</a:t>
            </a:r>
            <a:endParaRPr lang="fr-FR" sz="2400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06C4636-97F1-45F7-BB2D-19DBAED61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848" y="1844824"/>
            <a:ext cx="4810796" cy="182905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CC5AFD3-1B4C-4725-B6BA-7E29BFD7E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7" y="3851344"/>
            <a:ext cx="4271359" cy="195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120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27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5E04016-DFD7-427B-8E67-6B2C6F2EC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124744"/>
            <a:ext cx="2250832" cy="403328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67F35C2-5779-4FE2-90E0-71947E85C366}"/>
              </a:ext>
            </a:extLst>
          </p:cNvPr>
          <p:cNvSpPr/>
          <p:nvPr/>
        </p:nvSpPr>
        <p:spPr>
          <a:xfrm>
            <a:off x="2843808" y="792730"/>
            <a:ext cx="46338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Comment se déroule la situation 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41C33FA-24B4-4255-8C5E-D13C887B2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140" y="2154194"/>
            <a:ext cx="5601482" cy="733527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B1844352-7FEA-4AE6-8237-7A5E58787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839" y="3141385"/>
            <a:ext cx="4945573" cy="20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4230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28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8F68886-8130-461B-BC83-10EACEBA9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193563"/>
            <a:ext cx="2029950" cy="4554469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1A38F658-6A36-4830-81B2-4BB79D960207}"/>
              </a:ext>
            </a:extLst>
          </p:cNvPr>
          <p:cNvSpPr/>
          <p:nvPr/>
        </p:nvSpPr>
        <p:spPr>
          <a:xfrm>
            <a:off x="801247" y="5243976"/>
            <a:ext cx="1872208" cy="504056"/>
          </a:xfrm>
          <a:prstGeom prst="round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B681AD-D5DE-4669-968F-2ECD4D6127E5}"/>
              </a:ext>
            </a:extLst>
          </p:cNvPr>
          <p:cNvSpPr/>
          <p:nvPr/>
        </p:nvSpPr>
        <p:spPr>
          <a:xfrm>
            <a:off x="2411760" y="718830"/>
            <a:ext cx="4719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Pourquoi le problème apparaît-il ?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7A07CC5-CEF0-4522-9689-D0CD8957E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270" y="1979799"/>
            <a:ext cx="4172532" cy="28579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02C8825-519E-4A31-B431-2B914B39E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4" y="2636912"/>
            <a:ext cx="4077269" cy="29531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2D8D3E43-FB75-4F65-88E7-2980C2CB7F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1454" y="3429000"/>
            <a:ext cx="6409784" cy="128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870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29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4E516DA-B358-49A9-88AC-C7A2E8CD0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86" y="666805"/>
            <a:ext cx="7620810" cy="93513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6F2A231-D3DC-4F0A-BA10-F7C7B1D50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18" y="1714678"/>
            <a:ext cx="4317650" cy="112438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F57429F-8B09-4A66-90EE-C2D187AAF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2924945"/>
            <a:ext cx="8741000" cy="347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233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30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DB4D873-B2D0-4996-8886-74CA9F298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93" y="723054"/>
            <a:ext cx="8692213" cy="49791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BB4D086-A0ED-4EAD-AACF-53F481768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5125924"/>
            <a:ext cx="7632848" cy="112442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116C5EB-CA8F-4838-B127-F1562E2AE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32" y="1383095"/>
            <a:ext cx="3562027" cy="49791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A520D68-6D17-4326-BFB8-8E68E9009F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7704" y="1852274"/>
            <a:ext cx="5184576" cy="311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593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31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92700-9302-4339-A848-A58FE433FF8C}"/>
              </a:ext>
            </a:extLst>
          </p:cNvPr>
          <p:cNvSpPr/>
          <p:nvPr/>
        </p:nvSpPr>
        <p:spPr>
          <a:xfrm>
            <a:off x="47253" y="764704"/>
            <a:ext cx="8396529" cy="69869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>
              <a:lnSpc>
                <a:spcPct val="300000"/>
              </a:lnSpc>
            </a:pPr>
            <a:r>
              <a:rPr lang="fr-FR" sz="3600" b="1" dirty="0"/>
              <a:t>Les outils de résolution de problèmes</a:t>
            </a:r>
          </a:p>
          <a:p>
            <a:pPr lvl="1" algn="ctr"/>
            <a:r>
              <a:rPr lang="fr-FR" sz="3600" b="1" dirty="0"/>
              <a:t>  </a:t>
            </a:r>
            <a:r>
              <a:rPr lang="fr-FR" sz="3600" b="1" dirty="0">
                <a:solidFill>
                  <a:srgbClr val="FF0000"/>
                </a:solidFill>
              </a:rPr>
              <a:t>Identification des causes du problème </a:t>
            </a:r>
          </a:p>
          <a:p>
            <a:pPr lvl="1" algn="ctr"/>
            <a:r>
              <a:rPr lang="fr-FR" sz="3600" b="1" dirty="0">
                <a:solidFill>
                  <a:srgbClr val="FF0000"/>
                </a:solidFill>
              </a:rPr>
              <a:t> (5M, 5 pourquoi, Pareto)</a:t>
            </a:r>
          </a:p>
          <a:p>
            <a:pPr lvl="1"/>
            <a:endParaRPr lang="fr-FR" sz="3600" b="1" dirty="0">
              <a:solidFill>
                <a:srgbClr val="FF0000"/>
              </a:solidFill>
            </a:endParaRPr>
          </a:p>
          <a:p>
            <a:pPr lvl="1"/>
            <a:endParaRPr lang="fr-FR" sz="3600" b="1" dirty="0">
              <a:solidFill>
                <a:srgbClr val="FF0000"/>
              </a:solidFill>
            </a:endParaRPr>
          </a:p>
          <a:p>
            <a:pPr lvl="1">
              <a:lnSpc>
                <a:spcPct val="300000"/>
              </a:lnSpc>
            </a:pPr>
            <a:endParaRPr lang="fr-FR" sz="3600" b="1" dirty="0"/>
          </a:p>
          <a:p>
            <a:pPr lvl="1">
              <a:lnSpc>
                <a:spcPct val="300000"/>
              </a:lnSpc>
            </a:pP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23902355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32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la méthode 5M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E4CD0761-3567-4AA8-9CF1-16727F380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980728"/>
            <a:ext cx="8133448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481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33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la méthode 5M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49EF8FA-4040-4D66-BCA2-EACDFF5F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816964"/>
            <a:ext cx="7560840" cy="31160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D01DB0-A5E9-4C7B-BA7F-DEA45619804F}"/>
              </a:ext>
            </a:extLst>
          </p:cNvPr>
          <p:cNvSpPr/>
          <p:nvPr/>
        </p:nvSpPr>
        <p:spPr>
          <a:xfrm>
            <a:off x="1691680" y="816964"/>
            <a:ext cx="1512168" cy="648072"/>
          </a:xfrm>
          <a:prstGeom prst="rect">
            <a:avLst/>
          </a:prstGeom>
          <a:noFill/>
          <a:ln w="5715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707638-E759-401E-81ED-D017ABCA1CE0}"/>
              </a:ext>
            </a:extLst>
          </p:cNvPr>
          <p:cNvSpPr/>
          <p:nvPr/>
        </p:nvSpPr>
        <p:spPr>
          <a:xfrm>
            <a:off x="726823" y="4653136"/>
            <a:ext cx="7560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solidFill>
                  <a:srgbClr val="091010"/>
                </a:solidFill>
                <a:latin typeface="Montserrat"/>
              </a:rPr>
              <a:t>«Milieu» considère les facteurs externes comme l’environnement de travail (température, pression, </a:t>
            </a:r>
            <a:r>
              <a:rPr lang="fr-FR" sz="2400" dirty="0" err="1">
                <a:solidFill>
                  <a:srgbClr val="091010"/>
                </a:solidFill>
                <a:latin typeface="Montserrat"/>
              </a:rPr>
              <a:t>etc</a:t>
            </a:r>
            <a:r>
              <a:rPr lang="fr-FR" sz="2400" dirty="0">
                <a:solidFill>
                  <a:srgbClr val="091010"/>
                </a:solidFill>
                <a:latin typeface="Montserrat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99314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34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la méthode 5M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49EF8FA-4040-4D66-BCA2-EACDFF5F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816964"/>
            <a:ext cx="7560840" cy="31160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D01DB0-A5E9-4C7B-BA7F-DEA45619804F}"/>
              </a:ext>
            </a:extLst>
          </p:cNvPr>
          <p:cNvSpPr/>
          <p:nvPr/>
        </p:nvSpPr>
        <p:spPr>
          <a:xfrm>
            <a:off x="3563888" y="816964"/>
            <a:ext cx="1512168" cy="648072"/>
          </a:xfrm>
          <a:prstGeom prst="rect">
            <a:avLst/>
          </a:prstGeom>
          <a:noFill/>
          <a:ln w="5715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707638-E759-401E-81ED-D017ABCA1CE0}"/>
              </a:ext>
            </a:extLst>
          </p:cNvPr>
          <p:cNvSpPr/>
          <p:nvPr/>
        </p:nvSpPr>
        <p:spPr>
          <a:xfrm>
            <a:off x="726823" y="4653136"/>
            <a:ext cx="75608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solidFill>
                  <a:srgbClr val="091010"/>
                </a:solidFill>
                <a:latin typeface="Montserrat"/>
              </a:rPr>
              <a:t>«Main d’</a:t>
            </a:r>
            <a:r>
              <a:rPr lang="fr-FR" sz="2400" dirty="0" err="1">
                <a:solidFill>
                  <a:srgbClr val="091010"/>
                </a:solidFill>
                <a:latin typeface="Montserrat"/>
              </a:rPr>
              <a:t>oeuvre</a:t>
            </a:r>
            <a:r>
              <a:rPr lang="fr-FR" sz="2400" dirty="0">
                <a:solidFill>
                  <a:srgbClr val="091010"/>
                </a:solidFill>
                <a:latin typeface="Montserrat"/>
              </a:rPr>
              <a:t>», on listera les causes associées au personnel qui exécute le processus, comme un technicien mal formé.</a:t>
            </a:r>
          </a:p>
        </p:txBody>
      </p:sp>
    </p:spTree>
    <p:extLst>
      <p:ext uri="{BB962C8B-B14F-4D97-AF65-F5344CB8AC3E}">
        <p14:creationId xmlns:p14="http://schemas.microsoft.com/office/powerpoint/2010/main" val="2657705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35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la méthode 5M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49EF8FA-4040-4D66-BCA2-EACDFF5F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816964"/>
            <a:ext cx="7560840" cy="31160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D01DB0-A5E9-4C7B-BA7F-DEA45619804F}"/>
              </a:ext>
            </a:extLst>
          </p:cNvPr>
          <p:cNvSpPr/>
          <p:nvPr/>
        </p:nvSpPr>
        <p:spPr>
          <a:xfrm>
            <a:off x="726587" y="3284984"/>
            <a:ext cx="1512168" cy="648072"/>
          </a:xfrm>
          <a:prstGeom prst="rect">
            <a:avLst/>
          </a:prstGeom>
          <a:noFill/>
          <a:ln w="5715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707638-E759-401E-81ED-D017ABCA1CE0}"/>
              </a:ext>
            </a:extLst>
          </p:cNvPr>
          <p:cNvSpPr/>
          <p:nvPr/>
        </p:nvSpPr>
        <p:spPr>
          <a:xfrm>
            <a:off x="726823" y="4653136"/>
            <a:ext cx="75608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solidFill>
                  <a:srgbClr val="091010"/>
                </a:solidFill>
                <a:latin typeface="Montserrat"/>
              </a:rPr>
              <a:t>« Machines »: on considère ici les équipements défectueux ou outils inappropriés comme par exemple un moteur défaillant.</a:t>
            </a:r>
          </a:p>
        </p:txBody>
      </p:sp>
    </p:spTree>
    <p:extLst>
      <p:ext uri="{BB962C8B-B14F-4D97-AF65-F5344CB8AC3E}">
        <p14:creationId xmlns:p14="http://schemas.microsoft.com/office/powerpoint/2010/main" val="35621260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36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la méthode 5M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49EF8FA-4040-4D66-BCA2-EACDFF5F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816964"/>
            <a:ext cx="7560840" cy="31160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D01DB0-A5E9-4C7B-BA7F-DEA45619804F}"/>
              </a:ext>
            </a:extLst>
          </p:cNvPr>
          <p:cNvSpPr/>
          <p:nvPr/>
        </p:nvSpPr>
        <p:spPr>
          <a:xfrm>
            <a:off x="2699792" y="3284984"/>
            <a:ext cx="1512168" cy="648072"/>
          </a:xfrm>
          <a:prstGeom prst="rect">
            <a:avLst/>
          </a:prstGeom>
          <a:noFill/>
          <a:ln w="5715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707638-E759-401E-81ED-D017ABCA1CE0}"/>
              </a:ext>
            </a:extLst>
          </p:cNvPr>
          <p:cNvSpPr/>
          <p:nvPr/>
        </p:nvSpPr>
        <p:spPr>
          <a:xfrm>
            <a:off x="755576" y="4509120"/>
            <a:ext cx="7560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solidFill>
                  <a:srgbClr val="091010"/>
                </a:solidFill>
                <a:latin typeface="Montserrat"/>
              </a:rPr>
              <a:t> « Matière »: on vise ici les causes liées aux matières premières utilisées dans le processus</a:t>
            </a:r>
          </a:p>
        </p:txBody>
      </p:sp>
    </p:spTree>
    <p:extLst>
      <p:ext uri="{BB962C8B-B14F-4D97-AF65-F5344CB8AC3E}">
        <p14:creationId xmlns:p14="http://schemas.microsoft.com/office/powerpoint/2010/main" val="13923573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37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la méthode 5M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49EF8FA-4040-4D66-BCA2-EACDFF5F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816964"/>
            <a:ext cx="7560840" cy="31160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0761A7-3BA2-4F28-A279-59DEA2D4EF5B}"/>
              </a:ext>
            </a:extLst>
          </p:cNvPr>
          <p:cNvSpPr/>
          <p:nvPr/>
        </p:nvSpPr>
        <p:spPr>
          <a:xfrm>
            <a:off x="734428" y="4581128"/>
            <a:ext cx="75819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solidFill>
                  <a:srgbClr val="091010"/>
                </a:solidFill>
                <a:latin typeface="Montserrat"/>
              </a:rPr>
              <a:t>«Méthode» : il s’agit ici des causes liées au processus ou encore à la façon de travailler. </a:t>
            </a:r>
            <a:endParaRPr lang="fr-FR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01DB0-A5E9-4C7B-BA7F-DEA45619804F}"/>
              </a:ext>
            </a:extLst>
          </p:cNvPr>
          <p:cNvSpPr/>
          <p:nvPr/>
        </p:nvSpPr>
        <p:spPr>
          <a:xfrm>
            <a:off x="4788024" y="3284984"/>
            <a:ext cx="1512168" cy="648072"/>
          </a:xfrm>
          <a:prstGeom prst="rect">
            <a:avLst/>
          </a:prstGeom>
          <a:noFill/>
          <a:ln w="5715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77099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38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la méthode 5M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E0E110-2151-4455-AE7A-4C5DBF54F3D8}"/>
              </a:ext>
            </a:extLst>
          </p:cNvPr>
          <p:cNvSpPr/>
          <p:nvPr/>
        </p:nvSpPr>
        <p:spPr>
          <a:xfrm>
            <a:off x="604578" y="3284984"/>
            <a:ext cx="7811752" cy="2606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1800" dirty="0">
                <a:solidFill>
                  <a:srgbClr val="FF0000"/>
                </a:solidFill>
                <a:latin typeface="Open Sans"/>
              </a:rPr>
              <a:t>Le plus important est d'adapter les axes en fonction de votre métier, du contexte et de la problématique.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1600" dirty="0">
                <a:solidFill>
                  <a:srgbClr val="2C3E50"/>
                </a:solidFill>
                <a:latin typeface="Open Sans"/>
              </a:rPr>
              <a:t>E.g. des analyses de situation marketing peuvent être menées avec les 4 P (Product - Price - Promotion - Place).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1600" dirty="0">
                <a:solidFill>
                  <a:srgbClr val="2C3E50"/>
                </a:solidFill>
                <a:latin typeface="Open Sans"/>
              </a:rPr>
              <a:t>6M : 5M + Mesures </a:t>
            </a:r>
            <a:endParaRPr lang="fr-FR" sz="16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49EF8FA-4040-4D66-BCA2-EACDFF5F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816965"/>
            <a:ext cx="7077708" cy="213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7051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39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la méthode 5M (exemple)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8019E1E-8727-4ED1-B0EF-45E87BD77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052736"/>
            <a:ext cx="8712968" cy="47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9398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40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la méthode 5M (exemple)</a:t>
            </a:r>
          </a:p>
        </p:txBody>
      </p:sp>
      <p:pic>
        <p:nvPicPr>
          <p:cNvPr id="1026" name="Picture 2" descr="Exemple de diagramme ishikawa - part de marché faible">
            <a:extLst>
              <a:ext uri="{FF2B5EF4-FFF2-40B4-BE49-F238E27FC236}">
                <a16:creationId xmlns:a16="http://schemas.microsoft.com/office/drawing/2014/main" id="{71F64B96-5103-49B2-8FD8-E70FAB7D9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91" y="600478"/>
            <a:ext cx="8016379" cy="5657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F04531-B35D-4672-8F58-75B4D262923A}"/>
              </a:ext>
            </a:extLst>
          </p:cNvPr>
          <p:cNvSpPr/>
          <p:nvPr/>
        </p:nvSpPr>
        <p:spPr>
          <a:xfrm>
            <a:off x="4427984" y="692696"/>
            <a:ext cx="2125216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440EA3-6C2B-4AA7-8191-84E61C5BB3A3}"/>
              </a:ext>
            </a:extLst>
          </p:cNvPr>
          <p:cNvSpPr/>
          <p:nvPr/>
        </p:nvSpPr>
        <p:spPr>
          <a:xfrm>
            <a:off x="1907703" y="1772816"/>
            <a:ext cx="1080121" cy="648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A035CE-CF52-47E0-9534-A05B53106B3F}"/>
              </a:ext>
            </a:extLst>
          </p:cNvPr>
          <p:cNvSpPr/>
          <p:nvPr/>
        </p:nvSpPr>
        <p:spPr>
          <a:xfrm>
            <a:off x="4427984" y="2204864"/>
            <a:ext cx="1944216" cy="1152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555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41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</a:t>
            </a:r>
            <a:r>
              <a:rPr lang="fr-FR" dirty="0">
                <a:solidFill>
                  <a:srgbClr val="FFFF00"/>
                </a:solidFill>
              </a:rPr>
              <a:t>racines</a:t>
            </a:r>
            <a:r>
              <a:rPr lang="fr-FR" dirty="0"/>
              <a:t> : les 5 pourquoi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1CF5F7-C536-45A6-8514-3260BD823E0A}"/>
              </a:ext>
            </a:extLst>
          </p:cNvPr>
          <p:cNvSpPr/>
          <p:nvPr/>
        </p:nvSpPr>
        <p:spPr>
          <a:xfrm>
            <a:off x="3347864" y="5444193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>
                <a:solidFill>
                  <a:srgbClr val="2C3E50"/>
                </a:solidFill>
                <a:latin typeface="Open Sans"/>
              </a:rPr>
              <a:t> </a:t>
            </a:r>
            <a:r>
              <a:rPr lang="fr-FR" b="1" dirty="0">
                <a:solidFill>
                  <a:srgbClr val="FF0000"/>
                </a:solidFill>
                <a:latin typeface="Open Sans"/>
              </a:rPr>
              <a:t>Il est indispensable de trouver la cause sur laquelle vous pouvez agir</a:t>
            </a:r>
            <a:r>
              <a:rPr lang="fr-FR" b="1" dirty="0">
                <a:solidFill>
                  <a:srgbClr val="2C3E50"/>
                </a:solidFill>
                <a:latin typeface="Open Sans"/>
              </a:rPr>
              <a:t> 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B395795-C4A2-4EE7-B476-D0FF35FD0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74" y="1412776"/>
            <a:ext cx="4823878" cy="83065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D31444D-86C5-4E3A-A098-24BC9766C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1" y="737719"/>
            <a:ext cx="4316815" cy="269128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430579A-D459-4E26-97E9-D51390971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435" y="3536597"/>
            <a:ext cx="6332769" cy="178323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9A8A5E3-720E-4451-A36B-477CFC595D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415" y="3585793"/>
            <a:ext cx="1859441" cy="235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47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42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</a:t>
            </a:r>
            <a:r>
              <a:rPr lang="fr-FR" dirty="0">
                <a:solidFill>
                  <a:srgbClr val="FFFF00"/>
                </a:solidFill>
              </a:rPr>
              <a:t>racines</a:t>
            </a:r>
            <a:r>
              <a:rPr lang="fr-FR" dirty="0"/>
              <a:t> : les 5 pourquoi (exemple)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35D4ED7-2313-410A-87EE-22DB3DDAD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395" y="836712"/>
            <a:ext cx="4865210" cy="529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320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43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</a:t>
            </a:r>
            <a:r>
              <a:rPr lang="fr-FR" dirty="0">
                <a:solidFill>
                  <a:srgbClr val="FFFF00"/>
                </a:solidFill>
              </a:rPr>
              <a:t>racines</a:t>
            </a:r>
            <a:r>
              <a:rPr lang="fr-FR" dirty="0"/>
              <a:t> : les 5 pourquoi (Attention!)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D2773F8-FAC2-4FD2-A012-73D0C60B1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1556792"/>
            <a:ext cx="2968076" cy="3323329"/>
          </a:xfrm>
          <a:prstGeom prst="rect">
            <a:avLst/>
          </a:prstGeom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FB31AFC9-DEA5-4B30-85CF-45A5525639EF}"/>
              </a:ext>
            </a:extLst>
          </p:cNvPr>
          <p:cNvGrpSpPr/>
          <p:nvPr/>
        </p:nvGrpSpPr>
        <p:grpSpPr>
          <a:xfrm>
            <a:off x="5060308" y="2996952"/>
            <a:ext cx="2971957" cy="1368152"/>
            <a:chOff x="5060308" y="2996952"/>
            <a:chExt cx="2971957" cy="136815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895787F-0D94-4B21-80DB-6F681582CAF8}"/>
                </a:ext>
              </a:extLst>
            </p:cNvPr>
            <p:cNvSpPr/>
            <p:nvPr/>
          </p:nvSpPr>
          <p:spPr>
            <a:xfrm>
              <a:off x="5060308" y="2996952"/>
              <a:ext cx="879844" cy="13681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A9A7B9DC-36BF-4613-B2DF-A53914A26F0E}"/>
                </a:ext>
              </a:extLst>
            </p:cNvPr>
            <p:cNvSpPr txBox="1"/>
            <p:nvPr/>
          </p:nvSpPr>
          <p:spPr>
            <a:xfrm>
              <a:off x="6012160" y="3480973"/>
              <a:ext cx="20201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03 Causes racines</a:t>
              </a: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48FB2345-FF4C-4471-9B93-C27177325DCD}"/>
              </a:ext>
            </a:extLst>
          </p:cNvPr>
          <p:cNvGrpSpPr/>
          <p:nvPr/>
        </p:nvGrpSpPr>
        <p:grpSpPr>
          <a:xfrm>
            <a:off x="2987824" y="1168095"/>
            <a:ext cx="2968076" cy="1396809"/>
            <a:chOff x="2987824" y="1168095"/>
            <a:chExt cx="2968076" cy="139680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DB10C7C-6E62-483D-ABF6-F2DC068BE4D3}"/>
                </a:ext>
              </a:extLst>
            </p:cNvPr>
            <p:cNvSpPr/>
            <p:nvPr/>
          </p:nvSpPr>
          <p:spPr>
            <a:xfrm>
              <a:off x="2987824" y="1628800"/>
              <a:ext cx="2968076" cy="93610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EEE40F07-7967-4B57-8A70-133A0E87BA9B}"/>
                </a:ext>
              </a:extLst>
            </p:cNvPr>
            <p:cNvSpPr txBox="1"/>
            <p:nvPr/>
          </p:nvSpPr>
          <p:spPr>
            <a:xfrm>
              <a:off x="3635896" y="1168095"/>
              <a:ext cx="13163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3 Pourquoi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9900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44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5 M + 5 Pourquoi</a:t>
            </a:r>
          </a:p>
        </p:txBody>
      </p:sp>
      <p:pic>
        <p:nvPicPr>
          <p:cNvPr id="1026" name="Picture 2" descr="Exemple diagramme causes-effets">
            <a:extLst>
              <a:ext uri="{FF2B5EF4-FFF2-40B4-BE49-F238E27FC236}">
                <a16:creationId xmlns:a16="http://schemas.microsoft.com/office/drawing/2014/main" id="{DA2A9699-C752-4080-BA86-FB1344D23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12643"/>
            <a:ext cx="6607350" cy="4988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2B17044-DD71-4912-919E-AEBBDE086DC0}"/>
              </a:ext>
            </a:extLst>
          </p:cNvPr>
          <p:cNvSpPr/>
          <p:nvPr/>
        </p:nvSpPr>
        <p:spPr>
          <a:xfrm>
            <a:off x="3131840" y="836712"/>
            <a:ext cx="24906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5 M + 5 Pourquoi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7A35E545-F6F4-40D7-BC20-8B04802E8D86}"/>
              </a:ext>
            </a:extLst>
          </p:cNvPr>
          <p:cNvGrpSpPr/>
          <p:nvPr/>
        </p:nvGrpSpPr>
        <p:grpSpPr>
          <a:xfrm>
            <a:off x="5292080" y="1090557"/>
            <a:ext cx="3509161" cy="1546355"/>
            <a:chOff x="5292080" y="1090557"/>
            <a:chExt cx="3509161" cy="1546355"/>
          </a:xfrm>
        </p:grpSpPr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57183532-8C61-4529-90D3-764B0D68264E}"/>
                </a:ext>
              </a:extLst>
            </p:cNvPr>
            <p:cNvSpPr/>
            <p:nvPr/>
          </p:nvSpPr>
          <p:spPr>
            <a:xfrm>
              <a:off x="5292080" y="2060848"/>
              <a:ext cx="1800200" cy="57606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6" name="Connecteur droit avec flèche 5">
              <a:extLst>
                <a:ext uri="{FF2B5EF4-FFF2-40B4-BE49-F238E27FC236}">
                  <a16:creationId xmlns:a16="http://schemas.microsoft.com/office/drawing/2014/main" id="{D8810591-CC8E-4903-90E2-B23827050E5E}"/>
                </a:ext>
              </a:extLst>
            </p:cNvPr>
            <p:cNvCxnSpPr>
              <a:cxnSpLocks/>
              <a:stCxn id="2" idx="7"/>
            </p:cNvCxnSpPr>
            <p:nvPr/>
          </p:nvCxnSpPr>
          <p:spPr>
            <a:xfrm flipV="1">
              <a:off x="6828647" y="1484785"/>
              <a:ext cx="47609" cy="660426"/>
            </a:xfrm>
            <a:prstGeom prst="straightConnector1">
              <a:avLst/>
            </a:prstGeom>
            <a:ln w="19050">
              <a:solidFill>
                <a:srgbClr val="FF33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391B6848-6FE1-44E1-8BD4-4E36D8A16D96}"/>
                </a:ext>
              </a:extLst>
            </p:cNvPr>
            <p:cNvSpPr txBox="1"/>
            <p:nvPr/>
          </p:nvSpPr>
          <p:spPr>
            <a:xfrm>
              <a:off x="5973223" y="1090557"/>
              <a:ext cx="28280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Cause intermédiaire (5M)</a:t>
              </a: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BD4CE04D-1A78-4EEF-A1B8-66E3F8991E16}"/>
              </a:ext>
            </a:extLst>
          </p:cNvPr>
          <p:cNvGrpSpPr/>
          <p:nvPr/>
        </p:nvGrpSpPr>
        <p:grpSpPr>
          <a:xfrm>
            <a:off x="5622458" y="2780928"/>
            <a:ext cx="3537107" cy="1038968"/>
            <a:chOff x="5622458" y="2780928"/>
            <a:chExt cx="3537107" cy="1038968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5D15EC3A-139F-4796-B0F0-D4FB9D40A5E9}"/>
                </a:ext>
              </a:extLst>
            </p:cNvPr>
            <p:cNvSpPr/>
            <p:nvPr/>
          </p:nvSpPr>
          <p:spPr>
            <a:xfrm>
              <a:off x="5622458" y="2780928"/>
              <a:ext cx="1613838" cy="42616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4" name="Connecteur droit avec flèche 13">
              <a:extLst>
                <a:ext uri="{FF2B5EF4-FFF2-40B4-BE49-F238E27FC236}">
                  <a16:creationId xmlns:a16="http://schemas.microsoft.com/office/drawing/2014/main" id="{154C076C-1FDA-4070-BE57-8B2E971E00D1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>
              <a:off x="7236296" y="2994011"/>
              <a:ext cx="458243" cy="213082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7AA1A844-218E-4898-BC02-392D43D8033F}"/>
                </a:ext>
              </a:extLst>
            </p:cNvPr>
            <p:cNvSpPr txBox="1"/>
            <p:nvPr/>
          </p:nvSpPr>
          <p:spPr>
            <a:xfrm>
              <a:off x="7623567" y="3112010"/>
              <a:ext cx="153599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Cause racine</a:t>
              </a:r>
            </a:p>
            <a:p>
              <a:r>
                <a:rPr lang="fr-FR" dirty="0">
                  <a:solidFill>
                    <a:srgbClr val="FF0000"/>
                  </a:solidFill>
                </a:rPr>
                <a:t> (5 pourquoi)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757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45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Identification des causes principales : le Pareto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E9C0B7F-CCEE-444E-BF37-58C618C63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836712"/>
            <a:ext cx="8230034" cy="3722287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2F35410-BB24-42D8-BA49-E21AC53C1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05" y="4936305"/>
            <a:ext cx="7992989" cy="70244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41C4D1B-EA15-4E57-A4B5-21F0461CC346}"/>
              </a:ext>
            </a:extLst>
          </p:cNvPr>
          <p:cNvSpPr txBox="1"/>
          <p:nvPr/>
        </p:nvSpPr>
        <p:spPr>
          <a:xfrm>
            <a:off x="664819" y="5733256"/>
            <a:ext cx="1334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Pourquoi?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818A1A6-83A2-4F06-A6CC-40C0A51D9DE5}"/>
              </a:ext>
            </a:extLst>
          </p:cNvPr>
          <p:cNvSpPr txBox="1"/>
          <p:nvPr/>
        </p:nvSpPr>
        <p:spPr>
          <a:xfrm>
            <a:off x="2172675" y="5733256"/>
            <a:ext cx="6284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Contraintes de temps, de financement, ressources humaines</a:t>
            </a:r>
          </a:p>
        </p:txBody>
      </p:sp>
    </p:spTree>
    <p:extLst>
      <p:ext uri="{BB962C8B-B14F-4D97-AF65-F5344CB8AC3E}">
        <p14:creationId xmlns:p14="http://schemas.microsoft.com/office/powerpoint/2010/main" val="1999891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46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Identification des causes principales : le Pareto (mise en œuvre)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7C810-0CCC-47ED-B8B0-8D5E20CFA04F}"/>
              </a:ext>
            </a:extLst>
          </p:cNvPr>
          <p:cNvSpPr/>
          <p:nvPr/>
        </p:nvSpPr>
        <p:spPr>
          <a:xfrm>
            <a:off x="1918868" y="977654"/>
            <a:ext cx="53062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400" dirty="0">
                <a:solidFill>
                  <a:srgbClr val="FF0000"/>
                </a:solidFill>
                <a:ea typeface="ＭＳ Ｐゴシック" pitchFamily="34" charset="-128"/>
                <a:cs typeface="Times New Roman" panose="02020603050405020304" pitchFamily="18" charset="0"/>
              </a:rPr>
              <a:t>Etape 1 : Préparer le tableau des données </a:t>
            </a:r>
            <a:endParaRPr lang="fr-FR" sz="2400" dirty="0">
              <a:solidFill>
                <a:srgbClr val="FF0000"/>
              </a:solidFill>
            </a:endParaRPr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DD816C58-5F56-4404-99A7-9FABE7514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2908" y="1722278"/>
            <a:ext cx="8038183" cy="36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9400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47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Identification des causes principales : le Pareto (mise en œuvre)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7C810-0CCC-47ED-B8B0-8D5E20CFA04F}"/>
              </a:ext>
            </a:extLst>
          </p:cNvPr>
          <p:cNvSpPr/>
          <p:nvPr/>
        </p:nvSpPr>
        <p:spPr>
          <a:xfrm>
            <a:off x="1349632" y="980728"/>
            <a:ext cx="5990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400" dirty="0">
                <a:solidFill>
                  <a:srgbClr val="FF0000"/>
                </a:solidFill>
                <a:ea typeface="ＭＳ Ｐゴシック" pitchFamily="34" charset="-128"/>
                <a:cs typeface="Times New Roman" panose="02020603050405020304" pitchFamily="18" charset="0"/>
              </a:rPr>
              <a:t>Etape 2 : Trier les valeurs par ordre décroissant</a:t>
            </a:r>
            <a:endParaRPr lang="fr-FR" sz="2400" dirty="0">
              <a:solidFill>
                <a:srgbClr val="FF000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5E0B029-F373-4DCF-8BFD-2EC32132B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64" y="1716352"/>
            <a:ext cx="3657447" cy="2487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000" tIns="8100" rIns="81000" bIns="0"/>
          <a:lstStyle/>
          <a:p>
            <a:pPr algn="just">
              <a:lnSpc>
                <a:spcPct val="200000"/>
              </a:lnSpc>
            </a:pPr>
            <a:r>
              <a:rPr lang="fr-FR" altLang="zh-CN" sz="1800" dirty="0">
                <a:cs typeface="Times New Roman" panose="02020603050405020304" pitchFamily="18" charset="0"/>
              </a:rPr>
              <a:t>Une fois les données recueillies, il est possible de classer/trier les données par ordre décroissant. Dans l'exemple du restaurant vous obtiendrez le résultat ci-dessous</a:t>
            </a:r>
            <a:r>
              <a:rPr lang="fr-FR" altLang="zh-CN" sz="1800" kern="0" dirty="0">
                <a:solidFill>
                  <a:srgbClr val="5A5B5E"/>
                </a:solidFill>
                <a:ea typeface="ＭＳ Ｐゴシック" pitchFamily="-106" charset="-128"/>
                <a:cs typeface="Times New Roman" panose="02020603050405020304" pitchFamily="18" charset="0"/>
              </a:rPr>
              <a:t>:</a:t>
            </a:r>
            <a:endParaRPr lang="fr-FR" altLang="zh-CN" sz="1800" dirty="0">
              <a:cs typeface="Times New Roman" panose="02020603050405020304" pitchFamily="18" charset="0"/>
            </a:endParaRPr>
          </a:p>
        </p:txBody>
      </p:sp>
      <p:pic>
        <p:nvPicPr>
          <p:cNvPr id="8" name="图片 1">
            <a:extLst>
              <a:ext uri="{FF2B5EF4-FFF2-40B4-BE49-F238E27FC236}">
                <a16:creationId xmlns:a16="http://schemas.microsoft.com/office/drawing/2014/main" id="{5980C4D0-B2EC-4021-B174-6E72D3F16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675" y="1716352"/>
            <a:ext cx="3657447" cy="437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177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48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Identification des causes principales : le Pareto (mise en œuvre)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7C810-0CCC-47ED-B8B0-8D5E20CFA04F}"/>
              </a:ext>
            </a:extLst>
          </p:cNvPr>
          <p:cNvSpPr/>
          <p:nvPr/>
        </p:nvSpPr>
        <p:spPr>
          <a:xfrm>
            <a:off x="1624355" y="980728"/>
            <a:ext cx="54409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400" dirty="0">
                <a:solidFill>
                  <a:srgbClr val="FF0000"/>
                </a:solidFill>
                <a:ea typeface="ＭＳ Ｐゴシック" pitchFamily="34" charset="-128"/>
                <a:cs typeface="Times New Roman" panose="02020603050405020304" pitchFamily="18" charset="0"/>
              </a:rPr>
              <a:t>Etape 3 : Calculer les pourcentages relatifs</a:t>
            </a:r>
            <a:endParaRPr lang="fr-FR" sz="2400" dirty="0">
              <a:solidFill>
                <a:srgbClr val="FF0000"/>
              </a:solidFill>
            </a:endParaRPr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BFD02AD1-1740-4A52-BD23-1538A2FDC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17" y="1734165"/>
            <a:ext cx="4759483" cy="4287123"/>
          </a:xfrm>
          <a:prstGeom prst="rect">
            <a:avLst/>
          </a:prstGeom>
        </p:spPr>
      </p:pic>
      <p:sp>
        <p:nvSpPr>
          <p:cNvPr id="10" name="矩形 2">
            <a:extLst>
              <a:ext uri="{FF2B5EF4-FFF2-40B4-BE49-F238E27FC236}">
                <a16:creationId xmlns:a16="http://schemas.microsoft.com/office/drawing/2014/main" id="{AE259AAA-4BB2-421D-86D9-1B2C1B82721F}"/>
              </a:ext>
            </a:extLst>
          </p:cNvPr>
          <p:cNvSpPr/>
          <p:nvPr/>
        </p:nvSpPr>
        <p:spPr>
          <a:xfrm>
            <a:off x="395536" y="2348880"/>
            <a:ext cx="30160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zh-CN" sz="1800" dirty="0">
                <a:solidFill>
                  <a:srgbClr val="212529"/>
                </a:solidFill>
                <a:cs typeface="Times New Roman" panose="02020603050405020304" pitchFamily="18" charset="0"/>
              </a:rPr>
              <a:t>La "disposition des tables" représente 30% des causes d'insatisfaction. (98/328=0.3)</a:t>
            </a:r>
            <a:endParaRPr lang="zh-CN" altLang="en-US" sz="1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8390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49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Identification des causes principales : le Pareto (mise en œuvre)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7C810-0CCC-47ED-B8B0-8D5E20CFA04F}"/>
              </a:ext>
            </a:extLst>
          </p:cNvPr>
          <p:cNvSpPr/>
          <p:nvPr/>
        </p:nvSpPr>
        <p:spPr>
          <a:xfrm>
            <a:off x="1538594" y="980728"/>
            <a:ext cx="5612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400" dirty="0">
                <a:solidFill>
                  <a:srgbClr val="FF0000"/>
                </a:solidFill>
                <a:ea typeface="ＭＳ Ｐゴシック" pitchFamily="34" charset="-128"/>
                <a:cs typeface="Times New Roman" panose="02020603050405020304" pitchFamily="18" charset="0"/>
              </a:rPr>
              <a:t>Etape 4 : Calculer les pourcentages cumulés</a:t>
            </a:r>
            <a:endParaRPr lang="fr-FR" sz="2400" dirty="0">
              <a:solidFill>
                <a:srgbClr val="FF0000"/>
              </a:solidFill>
            </a:endParaRPr>
          </a:p>
        </p:txBody>
      </p:sp>
      <p:pic>
        <p:nvPicPr>
          <p:cNvPr id="8" name="图片 4">
            <a:extLst>
              <a:ext uri="{FF2B5EF4-FFF2-40B4-BE49-F238E27FC236}">
                <a16:creationId xmlns:a16="http://schemas.microsoft.com/office/drawing/2014/main" id="{0758C6AB-B6B0-4F85-A28E-07421448A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837054"/>
            <a:ext cx="6372203" cy="404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9466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50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Identification des causes principales : le Pareto (mise en œuvre)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7C810-0CCC-47ED-B8B0-8D5E20CFA04F}"/>
              </a:ext>
            </a:extLst>
          </p:cNvPr>
          <p:cNvSpPr/>
          <p:nvPr/>
        </p:nvSpPr>
        <p:spPr>
          <a:xfrm>
            <a:off x="2140522" y="980728"/>
            <a:ext cx="44085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400" dirty="0">
                <a:solidFill>
                  <a:srgbClr val="FF0000"/>
                </a:solidFill>
                <a:ea typeface="ＭＳ Ｐゴシック" pitchFamily="34" charset="-128"/>
                <a:cs typeface="Times New Roman" panose="02020603050405020304" pitchFamily="18" charset="0"/>
              </a:rPr>
              <a:t>Etape 5 : Construire le diagramme</a:t>
            </a:r>
            <a:endParaRPr lang="fr-FR" sz="2400" dirty="0">
              <a:solidFill>
                <a:srgbClr val="FF0000"/>
              </a:solidFill>
            </a:endParaRPr>
          </a:p>
        </p:txBody>
      </p:sp>
      <p:pic>
        <p:nvPicPr>
          <p:cNvPr id="76" name="图片 4">
            <a:extLst>
              <a:ext uri="{FF2B5EF4-FFF2-40B4-BE49-F238E27FC236}">
                <a16:creationId xmlns:a16="http://schemas.microsoft.com/office/drawing/2014/main" id="{E65B87B6-E807-4512-8B70-1DA72E393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442393"/>
            <a:ext cx="6592569" cy="4722911"/>
          </a:xfrm>
          <a:prstGeom prst="rect">
            <a:avLst/>
          </a:prstGeom>
        </p:spPr>
      </p:pic>
      <p:sp>
        <p:nvSpPr>
          <p:cNvPr id="77" name="矩形 1">
            <a:extLst>
              <a:ext uri="{FF2B5EF4-FFF2-40B4-BE49-F238E27FC236}">
                <a16:creationId xmlns:a16="http://schemas.microsoft.com/office/drawing/2014/main" id="{C94632B2-6BBF-4F9C-8E63-2B09CA84B20F}"/>
              </a:ext>
            </a:extLst>
          </p:cNvPr>
          <p:cNvSpPr/>
          <p:nvPr/>
        </p:nvSpPr>
        <p:spPr>
          <a:xfrm>
            <a:off x="2195736" y="1700808"/>
            <a:ext cx="2592288" cy="2592288"/>
          </a:xfrm>
          <a:prstGeom prst="rect">
            <a:avLst/>
          </a:prstGeom>
          <a:solidFill>
            <a:srgbClr val="C0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DC2C1A-1917-44B5-89F2-105F5C3693DD}"/>
              </a:ext>
            </a:extLst>
          </p:cNvPr>
          <p:cNvSpPr/>
          <p:nvPr/>
        </p:nvSpPr>
        <p:spPr>
          <a:xfrm>
            <a:off x="1331640" y="4365104"/>
            <a:ext cx="3240360" cy="1440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3982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51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/>
              <a:t>TD et Projet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67604E-C86A-42D3-84A9-0615FE75A95F}"/>
              </a:ext>
            </a:extLst>
          </p:cNvPr>
          <p:cNvSpPr/>
          <p:nvPr/>
        </p:nvSpPr>
        <p:spPr>
          <a:xfrm>
            <a:off x="395535" y="548719"/>
            <a:ext cx="8352928" cy="3889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endParaRPr lang="fr-FR" sz="1800" b="1" dirty="0">
              <a:solidFill>
                <a:srgbClr val="212121"/>
              </a:solidFill>
              <a:latin typeface="Roboto"/>
            </a:endParaRP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1800" b="1" dirty="0" err="1">
                <a:solidFill>
                  <a:srgbClr val="FF0000"/>
                </a:solidFill>
                <a:latin typeface="Roboto"/>
              </a:rPr>
              <a:t>TDs</a:t>
            </a:r>
            <a:r>
              <a:rPr lang="fr-FR" sz="1800" b="1" dirty="0">
                <a:solidFill>
                  <a:srgbClr val="FF0000"/>
                </a:solidFill>
                <a:latin typeface="Roboto"/>
              </a:rPr>
              <a:t> de la deuxième semaine (4h) </a:t>
            </a:r>
          </a:p>
          <a:p>
            <a:pPr marL="800100" lvl="1" indent="-342900" algn="just">
              <a:lnSpc>
                <a:spcPct val="200000"/>
              </a:lnSpc>
              <a:buFont typeface="+mj-lt"/>
              <a:buAutoNum type="arabicParenR"/>
            </a:pPr>
            <a:r>
              <a:rPr lang="fr-FR" sz="1800" dirty="0">
                <a:latin typeface="Roboto"/>
              </a:rPr>
              <a:t>Générer des solutions et les analyser avec SWOT </a:t>
            </a:r>
          </a:p>
          <a:p>
            <a:pPr marL="800100" lvl="1" indent="-342900" algn="just">
              <a:lnSpc>
                <a:spcPct val="200000"/>
              </a:lnSpc>
              <a:buFont typeface="+mj-lt"/>
              <a:buAutoNum type="arabicParenR"/>
            </a:pPr>
            <a:r>
              <a:rPr lang="fr-FR" sz="1800" dirty="0">
                <a:latin typeface="Roboto"/>
              </a:rPr>
              <a:t>Pratiquer la méthode 8D</a:t>
            </a:r>
          </a:p>
          <a:p>
            <a:pPr marL="800100" lvl="1" indent="-342900" algn="just">
              <a:lnSpc>
                <a:spcPct val="200000"/>
              </a:lnSpc>
              <a:buFont typeface="+mj-lt"/>
              <a:buAutoNum type="arabicParenR"/>
            </a:pPr>
            <a:r>
              <a:rPr lang="fr-FR" sz="1800" dirty="0">
                <a:latin typeface="Roboto"/>
              </a:rPr>
              <a:t>Compléter le rapport et la vidéo de présentation (Max 20mn) et les envoyer avant  le </a:t>
            </a:r>
            <a:r>
              <a:rPr lang="fr-FR" sz="1800" dirty="0">
                <a:solidFill>
                  <a:srgbClr val="FF0000"/>
                </a:solidFill>
                <a:latin typeface="Roboto"/>
              </a:rPr>
              <a:t>30 avril 2025</a:t>
            </a:r>
            <a:r>
              <a:rPr lang="fr-FR" sz="1800" dirty="0">
                <a:latin typeface="Roboto"/>
              </a:rPr>
              <a:t> à </a:t>
            </a:r>
            <a:r>
              <a:rPr lang="fr-FR" sz="1800" dirty="0">
                <a:latin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hai-canh.vu@utc.fr</a:t>
            </a:r>
            <a:r>
              <a:rPr lang="fr-FR" sz="1800" dirty="0">
                <a:latin typeface="Roboto"/>
              </a:rPr>
              <a:t> </a:t>
            </a:r>
            <a:endParaRPr lang="fr-FR" sz="1800" b="1" dirty="0">
              <a:latin typeface="Roboto"/>
            </a:endParaRPr>
          </a:p>
          <a:p>
            <a:pPr algn="just">
              <a:lnSpc>
                <a:spcPct val="200000"/>
              </a:lnSpc>
            </a:pPr>
            <a:endParaRPr lang="fr-FR" sz="1800" dirty="0">
              <a:solidFill>
                <a:srgbClr val="212121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6134748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52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92700-9302-4339-A848-A58FE433FF8C}"/>
              </a:ext>
            </a:extLst>
          </p:cNvPr>
          <p:cNvSpPr/>
          <p:nvPr/>
        </p:nvSpPr>
        <p:spPr>
          <a:xfrm>
            <a:off x="251520" y="620688"/>
            <a:ext cx="8238153" cy="64329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300000"/>
              </a:lnSpc>
            </a:pPr>
            <a:r>
              <a:rPr lang="fr-FR" sz="3600" b="1" dirty="0"/>
              <a:t>  Les outils de résolution de problèmes</a:t>
            </a:r>
          </a:p>
          <a:p>
            <a:pPr lvl="1">
              <a:lnSpc>
                <a:spcPct val="150000"/>
              </a:lnSpc>
            </a:pPr>
            <a:r>
              <a:rPr lang="fr-FR" sz="3600" dirty="0">
                <a:solidFill>
                  <a:srgbClr val="FF0000"/>
                </a:solidFill>
              </a:rPr>
              <a:t>Générer et Prioriser des idées de solution</a:t>
            </a:r>
          </a:p>
          <a:p>
            <a:pPr lvl="1">
              <a:lnSpc>
                <a:spcPct val="150000"/>
              </a:lnSpc>
            </a:pPr>
            <a:r>
              <a:rPr lang="fr-FR" sz="3600" dirty="0">
                <a:solidFill>
                  <a:srgbClr val="FF0000"/>
                </a:solidFill>
              </a:rPr>
              <a:t>      (Brainstorming, KJ, SWOT, Vote) </a:t>
            </a:r>
          </a:p>
          <a:p>
            <a:pPr lvl="1">
              <a:lnSpc>
                <a:spcPct val="300000"/>
              </a:lnSpc>
            </a:pPr>
            <a:endParaRPr lang="fr-FR" sz="3600" b="1" dirty="0"/>
          </a:p>
          <a:p>
            <a:pPr lvl="1">
              <a:lnSpc>
                <a:spcPct val="300000"/>
              </a:lnSpc>
            </a:pP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8474677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53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92700-9302-4339-A848-A58FE433FF8C}"/>
              </a:ext>
            </a:extLst>
          </p:cNvPr>
          <p:cNvSpPr/>
          <p:nvPr/>
        </p:nvSpPr>
        <p:spPr>
          <a:xfrm>
            <a:off x="251520" y="620688"/>
            <a:ext cx="8165697" cy="39399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300000"/>
              </a:lnSpc>
            </a:pPr>
            <a:r>
              <a:rPr lang="fr-FR" sz="3600" b="1" dirty="0"/>
              <a:t>  Les outils de résolution de problèmes</a:t>
            </a:r>
          </a:p>
          <a:p>
            <a:pPr lvl="1" algn="ctr">
              <a:lnSpc>
                <a:spcPct val="150000"/>
              </a:lnSpc>
            </a:pPr>
            <a:r>
              <a:rPr lang="fr-FR" sz="3600" dirty="0">
                <a:solidFill>
                  <a:srgbClr val="FF0000"/>
                </a:solidFill>
              </a:rPr>
              <a:t>Générer des idées avec Brainstorming</a:t>
            </a:r>
            <a:endParaRPr lang="fr-FR" sz="3600" b="1" dirty="0"/>
          </a:p>
          <a:p>
            <a:pPr lvl="1">
              <a:lnSpc>
                <a:spcPct val="300000"/>
              </a:lnSpc>
            </a:pP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2945059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54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Générer des idées de solution: Brainstorming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52C2FA2-B376-4857-AB45-B1DC5C3A5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696490"/>
            <a:ext cx="8352928" cy="424149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4085177-B20F-47C0-900C-19D9EA5D8FF2}"/>
              </a:ext>
            </a:extLst>
          </p:cNvPr>
          <p:cNvSpPr/>
          <p:nvPr/>
        </p:nvSpPr>
        <p:spPr>
          <a:xfrm>
            <a:off x="1943708" y="5469337"/>
            <a:ext cx="5400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https://www.youtube.com/watch?v=FzbzJy0Ekt0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66190-53A6-4B29-AE83-104862C08E55}"/>
              </a:ext>
            </a:extLst>
          </p:cNvPr>
          <p:cNvSpPr/>
          <p:nvPr/>
        </p:nvSpPr>
        <p:spPr>
          <a:xfrm>
            <a:off x="395536" y="2636912"/>
            <a:ext cx="3024336" cy="24166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1B7E7E-51E0-4422-9001-9DD1AAF6621C}"/>
              </a:ext>
            </a:extLst>
          </p:cNvPr>
          <p:cNvSpPr/>
          <p:nvPr/>
        </p:nvSpPr>
        <p:spPr>
          <a:xfrm>
            <a:off x="6151811" y="2795099"/>
            <a:ext cx="2527649" cy="20882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884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55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Regrouper les idées : le diagramme de </a:t>
            </a:r>
            <a:r>
              <a:rPr lang="fr-FR" dirty="0" err="1"/>
              <a:t>Kawakita</a:t>
            </a:r>
            <a:r>
              <a:rPr lang="fr-FR" dirty="0"/>
              <a:t> </a:t>
            </a:r>
            <a:r>
              <a:rPr lang="fr-FR" dirty="0" err="1"/>
              <a:t>Jiro</a:t>
            </a:r>
            <a:r>
              <a:rPr lang="fr-FR" dirty="0"/>
              <a:t> (KJ)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8A14372-D77B-43E2-B471-A203DC030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11" y="5069061"/>
            <a:ext cx="6102424" cy="1275854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F9147F0-D80E-4750-BC2D-2B314A81B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7" y="836712"/>
            <a:ext cx="8810391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6281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56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92700-9302-4339-A848-A58FE433FF8C}"/>
              </a:ext>
            </a:extLst>
          </p:cNvPr>
          <p:cNvSpPr/>
          <p:nvPr/>
        </p:nvSpPr>
        <p:spPr>
          <a:xfrm>
            <a:off x="251520" y="620688"/>
            <a:ext cx="8238153" cy="64329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300000"/>
              </a:lnSpc>
            </a:pPr>
            <a:r>
              <a:rPr lang="fr-FR" sz="3600" b="1" dirty="0"/>
              <a:t>  Les outils de résolution de problèmes</a:t>
            </a:r>
          </a:p>
          <a:p>
            <a:pPr lvl="1">
              <a:lnSpc>
                <a:spcPct val="150000"/>
              </a:lnSpc>
            </a:pPr>
            <a:r>
              <a:rPr lang="fr-FR" sz="3600" dirty="0">
                <a:solidFill>
                  <a:srgbClr val="FF0000"/>
                </a:solidFill>
              </a:rPr>
              <a:t>       Prioriser des idées avec SWOT</a:t>
            </a:r>
          </a:p>
          <a:p>
            <a:pPr lvl="1">
              <a:lnSpc>
                <a:spcPct val="150000"/>
              </a:lnSpc>
            </a:pPr>
            <a:r>
              <a:rPr lang="fr-FR" sz="3600" dirty="0">
                <a:solidFill>
                  <a:srgbClr val="FF0000"/>
                </a:solidFill>
              </a:rPr>
              <a:t>      </a:t>
            </a:r>
          </a:p>
          <a:p>
            <a:pPr lvl="1">
              <a:lnSpc>
                <a:spcPct val="300000"/>
              </a:lnSpc>
            </a:pPr>
            <a:endParaRPr lang="fr-FR" sz="3600" b="1" dirty="0"/>
          </a:p>
          <a:p>
            <a:pPr lvl="1">
              <a:lnSpc>
                <a:spcPct val="300000"/>
              </a:lnSpc>
            </a:pP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22211118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57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Prioriser les idées : le SWOT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72B6F9D-364A-44C4-B65A-EA7A1E1FBE77}"/>
              </a:ext>
            </a:extLst>
          </p:cNvPr>
          <p:cNvSpPr txBox="1"/>
          <p:nvPr/>
        </p:nvSpPr>
        <p:spPr>
          <a:xfrm>
            <a:off x="611560" y="764704"/>
            <a:ext cx="7542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Il s’agit d’analyser une solution/situation en identifiant ses: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E218F0D-397F-47F0-BE91-7A1C6029E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585715"/>
            <a:ext cx="4054293" cy="4035077"/>
          </a:xfrm>
          <a:prstGeom prst="rect">
            <a:avLst/>
          </a:prstGeom>
        </p:spPr>
      </p:pic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FEFD1AE7-A8B5-4BD2-9CD5-C2E7571B36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2873187"/>
              </p:ext>
            </p:extLst>
          </p:nvPr>
        </p:nvGraphicFramePr>
        <p:xfrm>
          <a:off x="4413359" y="1556792"/>
          <a:ext cx="4407113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2828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58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Prioriser les idées : le SWOT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EFE6DA1-E6CC-461A-A191-E8E72522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610339"/>
            <a:ext cx="7992888" cy="1654862"/>
          </a:xfrm>
          <a:prstGeom prst="rect">
            <a:avLst/>
          </a:prstGeom>
        </p:spPr>
      </p:pic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B56D815C-610A-495D-8F1D-75790EEED4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4055659"/>
              </p:ext>
            </p:extLst>
          </p:nvPr>
        </p:nvGraphicFramePr>
        <p:xfrm>
          <a:off x="200167" y="836712"/>
          <a:ext cx="8908337" cy="6480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4" name="Groupe 13">
            <a:extLst>
              <a:ext uri="{FF2B5EF4-FFF2-40B4-BE49-F238E27FC236}">
                <a16:creationId xmlns:a16="http://schemas.microsoft.com/office/drawing/2014/main" id="{4797B091-9932-4F1F-8185-8F4D3B9DCE03}"/>
              </a:ext>
            </a:extLst>
          </p:cNvPr>
          <p:cNvGrpSpPr/>
          <p:nvPr/>
        </p:nvGrpSpPr>
        <p:grpSpPr>
          <a:xfrm>
            <a:off x="1174969" y="2492896"/>
            <a:ext cx="3685624" cy="3822521"/>
            <a:chOff x="670185" y="2492896"/>
            <a:chExt cx="3897931" cy="382252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3A67FF6-A8A3-4A48-85E8-376CDDE1E68B}"/>
                </a:ext>
              </a:extLst>
            </p:cNvPr>
            <p:cNvSpPr/>
            <p:nvPr/>
          </p:nvSpPr>
          <p:spPr>
            <a:xfrm>
              <a:off x="683568" y="2492896"/>
              <a:ext cx="3528392" cy="30963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361B54BF-822B-420D-93DA-4282D4240B06}"/>
                </a:ext>
              </a:extLst>
            </p:cNvPr>
            <p:cNvSpPr txBox="1"/>
            <p:nvPr/>
          </p:nvSpPr>
          <p:spPr>
            <a:xfrm>
              <a:off x="670185" y="5607531"/>
              <a:ext cx="389793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>
                  <a:solidFill>
                    <a:srgbClr val="FF0000"/>
                  </a:solidFill>
                </a:rPr>
                <a:t>Aujourd’hui /Internes (souvent)</a:t>
              </a:r>
            </a:p>
            <a:p>
              <a:r>
                <a:rPr lang="fr-FR" dirty="0"/>
                <a:t> </a:t>
              </a: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D99728CA-C34F-46B4-AE32-7506A216E099}"/>
              </a:ext>
            </a:extLst>
          </p:cNvPr>
          <p:cNvGrpSpPr/>
          <p:nvPr/>
        </p:nvGrpSpPr>
        <p:grpSpPr>
          <a:xfrm>
            <a:off x="4739861" y="2479521"/>
            <a:ext cx="4286853" cy="3496454"/>
            <a:chOff x="4427984" y="2479521"/>
            <a:chExt cx="4286853" cy="349645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BDCE496-885D-4067-B095-CE5C9D681D24}"/>
                </a:ext>
              </a:extLst>
            </p:cNvPr>
            <p:cNvSpPr/>
            <p:nvPr/>
          </p:nvSpPr>
          <p:spPr>
            <a:xfrm>
              <a:off x="4427984" y="2479521"/>
              <a:ext cx="4286853" cy="3096344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2"/>
                </a:solidFill>
              </a:endParaRP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96F9B1A5-6E9E-45B4-A116-18C928DDF7B6}"/>
                </a:ext>
              </a:extLst>
            </p:cNvPr>
            <p:cNvSpPr txBox="1"/>
            <p:nvPr/>
          </p:nvSpPr>
          <p:spPr>
            <a:xfrm>
              <a:off x="5129984" y="5575865"/>
              <a:ext cx="32800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>
                  <a:solidFill>
                    <a:schemeClr val="accent2"/>
                  </a:solidFill>
                </a:rPr>
                <a:t>Demain/ Externes (souvent) </a:t>
              </a: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393B4D61-FCCE-4284-A477-1A23E3D08CB9}"/>
              </a:ext>
            </a:extLst>
          </p:cNvPr>
          <p:cNvGrpSpPr/>
          <p:nvPr/>
        </p:nvGrpSpPr>
        <p:grpSpPr>
          <a:xfrm>
            <a:off x="-22292" y="3429000"/>
            <a:ext cx="1521794" cy="400110"/>
            <a:chOff x="-22292" y="3429000"/>
            <a:chExt cx="1521794" cy="400110"/>
          </a:xfrm>
        </p:grpSpPr>
        <p:cxnSp>
          <p:nvCxnSpPr>
            <p:cNvPr id="5" name="Connecteur droit avec flèche 4">
              <a:extLst>
                <a:ext uri="{FF2B5EF4-FFF2-40B4-BE49-F238E27FC236}">
                  <a16:creationId xmlns:a16="http://schemas.microsoft.com/office/drawing/2014/main" id="{C9286E0F-9EB5-4B41-8DD9-98E6BB468F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3608" y="3645024"/>
              <a:ext cx="455894" cy="0"/>
            </a:xfrm>
            <a:prstGeom prst="straightConnector1">
              <a:avLst/>
            </a:prstGeom>
            <a:ln w="19050">
              <a:solidFill>
                <a:srgbClr val="FF3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22938A9-53F0-4323-951A-F67F5F73D771}"/>
                </a:ext>
              </a:extLst>
            </p:cNvPr>
            <p:cNvSpPr/>
            <p:nvPr/>
          </p:nvSpPr>
          <p:spPr>
            <a:xfrm>
              <a:off x="-22292" y="3429000"/>
              <a:ext cx="117391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fr-FR" dirty="0">
                  <a:solidFill>
                    <a:srgbClr val="FF0000"/>
                  </a:solidFill>
                </a:rPr>
                <a:t>Efficacité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917FB129-FE1C-4783-AEEF-A67D96CC7D30}"/>
              </a:ext>
            </a:extLst>
          </p:cNvPr>
          <p:cNvGrpSpPr/>
          <p:nvPr/>
        </p:nvGrpSpPr>
        <p:grpSpPr>
          <a:xfrm>
            <a:off x="305164" y="3847401"/>
            <a:ext cx="1155212" cy="1323439"/>
            <a:chOff x="305164" y="3847401"/>
            <a:chExt cx="1155212" cy="1323439"/>
          </a:xfrm>
        </p:grpSpPr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93764CAD-01DA-464D-B23F-1C49BA3BBA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4482" y="4045134"/>
              <a:ext cx="455894" cy="0"/>
            </a:xfrm>
            <a:prstGeom prst="straightConnector1">
              <a:avLst/>
            </a:prstGeom>
            <a:ln w="19050">
              <a:solidFill>
                <a:srgbClr val="FF3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4B65A0D-6550-4329-A508-F266BA79FA06}"/>
                </a:ext>
              </a:extLst>
            </p:cNvPr>
            <p:cNvSpPr/>
            <p:nvPr/>
          </p:nvSpPr>
          <p:spPr>
            <a:xfrm>
              <a:off x="305164" y="3847401"/>
              <a:ext cx="984110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fr-FR" dirty="0">
                  <a:solidFill>
                    <a:srgbClr val="FF0000"/>
                  </a:solidFill>
                </a:rPr>
                <a:t>Mise en œuvre </a:t>
              </a:r>
            </a:p>
            <a:p>
              <a:pPr lvl="0"/>
              <a:endParaRPr lang="fr-FR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1796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59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Prioriser les idées : le SWOT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83740C5-DFF6-4860-87A4-25899E1FE103}"/>
              </a:ext>
            </a:extLst>
          </p:cNvPr>
          <p:cNvSpPr txBox="1"/>
          <p:nvPr/>
        </p:nvSpPr>
        <p:spPr>
          <a:xfrm>
            <a:off x="467544" y="1484784"/>
            <a:ext cx="4257127" cy="43194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Choix de solutions</a:t>
            </a:r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Planification stratégique</a:t>
            </a:r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SWOT personnelle, entreprise</a:t>
            </a:r>
          </a:p>
          <a:p>
            <a:pPr>
              <a:lnSpc>
                <a:spcPct val="300000"/>
              </a:lnSpc>
            </a:pPr>
            <a:endParaRPr lang="fr-FR" sz="24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2B33746-4E83-4CDF-BEF8-45A89F856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836712"/>
            <a:ext cx="3598168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892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60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Prioriser les idées : le diagramme des relations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E999936-D4F9-4AFD-A242-767A14B96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40" y="1037406"/>
            <a:ext cx="8388424" cy="360102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E6CD503-2947-4513-9E42-9415E4491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4941168"/>
            <a:ext cx="8172400" cy="7200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4F865DF-E193-4828-A1BD-7B4D97A4EAE8}"/>
              </a:ext>
            </a:extLst>
          </p:cNvPr>
          <p:cNvSpPr/>
          <p:nvPr/>
        </p:nvSpPr>
        <p:spPr>
          <a:xfrm>
            <a:off x="4355976" y="3241257"/>
            <a:ext cx="4463988" cy="576064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15249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61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Prioriser les idées : le diagramme des relations 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87A778B-BC3E-4424-AB14-276D06D58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80728"/>
            <a:ext cx="7918648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6683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62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92700-9302-4339-A848-A58FE433FF8C}"/>
              </a:ext>
            </a:extLst>
          </p:cNvPr>
          <p:cNvSpPr/>
          <p:nvPr/>
        </p:nvSpPr>
        <p:spPr>
          <a:xfrm>
            <a:off x="251520" y="620688"/>
            <a:ext cx="8443337" cy="64329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300000"/>
              </a:lnSpc>
            </a:pPr>
            <a:r>
              <a:rPr lang="fr-FR" sz="3600" b="1" dirty="0"/>
              <a:t>  Les outils de résolution de problèmes</a:t>
            </a:r>
          </a:p>
          <a:p>
            <a:pPr lvl="1">
              <a:lnSpc>
                <a:spcPct val="150000"/>
              </a:lnSpc>
            </a:pPr>
            <a:r>
              <a:rPr lang="fr-FR" sz="3600" dirty="0">
                <a:solidFill>
                  <a:srgbClr val="FF0000"/>
                </a:solidFill>
              </a:rPr>
              <a:t>        Prendre de décision: le vote</a:t>
            </a:r>
          </a:p>
          <a:p>
            <a:pPr lvl="1">
              <a:lnSpc>
                <a:spcPct val="150000"/>
              </a:lnSpc>
            </a:pPr>
            <a:r>
              <a:rPr lang="fr-FR" sz="3600" dirty="0">
                <a:solidFill>
                  <a:srgbClr val="FF0000"/>
                </a:solidFill>
              </a:rPr>
              <a:t>      </a:t>
            </a:r>
          </a:p>
          <a:p>
            <a:pPr lvl="1">
              <a:lnSpc>
                <a:spcPct val="300000"/>
              </a:lnSpc>
            </a:pPr>
            <a:endParaRPr lang="fr-FR" sz="3600" b="1" dirty="0"/>
          </a:p>
          <a:p>
            <a:pPr lvl="1">
              <a:lnSpc>
                <a:spcPct val="300000"/>
              </a:lnSpc>
            </a:pP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40836432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63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Décider rapidement : le vote 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690F781-C2A7-47F9-BC84-89A944F01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557819"/>
            <a:ext cx="2979678" cy="1737511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5CB1602F-7D7F-4B0A-8EA1-30C54D2A0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947340"/>
            <a:ext cx="8093815" cy="496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3200" dirty="0" smtClean="0">
                <a:solidFill>
                  <a:srgbClr val="000000"/>
                </a:solidFill>
                <a:latin typeface="Century Gothic" panose="020B0502020202020204" pitchFamily="34" charset="0"/>
                <a:ea typeface="+mn-ea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lang="en-US" sz="2800" dirty="0" smtClean="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lang="en-US" sz="2400" dirty="0" smtClean="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lang="en-US" sz="2000" dirty="0" smtClean="0">
                <a:solidFill>
                  <a:srgbClr val="000000"/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lang="fr-FR" sz="2000" dirty="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 algn="just">
              <a:lnSpc>
                <a:spcPct val="150000"/>
              </a:lnSpc>
              <a:defRPr/>
            </a:pPr>
            <a:r>
              <a:rPr lang="fr-FR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Quand utiliser cet outil ?</a:t>
            </a:r>
          </a:p>
          <a:p>
            <a:pPr marL="1160463" lvl="2" indent="-398463" algn="just">
              <a:lnSpc>
                <a:spcPct val="150000"/>
              </a:lnSpc>
              <a:buFont typeface="Times" charset="0"/>
              <a:buChar char="•"/>
              <a:defRPr/>
            </a:pPr>
            <a:r>
              <a:rPr lang="fr-FR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pendant des phases d’orientation</a:t>
            </a:r>
          </a:p>
          <a:p>
            <a:pPr marL="762000" lvl="2" indent="0" algn="just">
              <a:lnSpc>
                <a:spcPct val="150000"/>
              </a:lnSpc>
              <a:buNone/>
              <a:defRPr/>
            </a:pPr>
            <a:r>
              <a:rPr lang="fr-FR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    des choix ou de définition de priorités</a:t>
            </a:r>
          </a:p>
          <a:p>
            <a:pPr lvl="1" algn="just">
              <a:lnSpc>
                <a:spcPct val="150000"/>
              </a:lnSpc>
              <a:defRPr/>
            </a:pPr>
            <a:r>
              <a:rPr lang="fr-FR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Pourquoi utiliser cet outil ?</a:t>
            </a:r>
          </a:p>
          <a:p>
            <a:pPr lvl="2" algn="just">
              <a:lnSpc>
                <a:spcPct val="150000"/>
              </a:lnSpc>
              <a:buFont typeface="Times" charset="0"/>
              <a:buChar char="•"/>
              <a:defRPr/>
            </a:pPr>
            <a:r>
              <a:rPr lang="fr-FR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pour rechercher une position acceptée par le groupe,</a:t>
            </a:r>
          </a:p>
          <a:p>
            <a:pPr lvl="2" algn="just">
              <a:lnSpc>
                <a:spcPct val="150000"/>
              </a:lnSpc>
              <a:buFont typeface="Times" charset="0"/>
              <a:buChar char="•"/>
              <a:defRPr/>
            </a:pPr>
            <a:r>
              <a:rPr lang="fr-FR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pour éviter les discussions,</a:t>
            </a:r>
          </a:p>
          <a:p>
            <a:pPr lvl="2" algn="just">
              <a:lnSpc>
                <a:spcPct val="150000"/>
              </a:lnSpc>
              <a:buFont typeface="Times" charset="0"/>
              <a:buChar char="•"/>
              <a:defRPr/>
            </a:pPr>
            <a:r>
              <a:rPr lang="fr-FR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pour permettre à tous ceux qui sont concernés d’exprimer leur opinion sans crainte ni complexe</a:t>
            </a:r>
          </a:p>
        </p:txBody>
      </p:sp>
    </p:spTree>
    <p:extLst>
      <p:ext uri="{BB962C8B-B14F-4D97-AF65-F5344CB8AC3E}">
        <p14:creationId xmlns:p14="http://schemas.microsoft.com/office/powerpoint/2010/main" val="42215414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64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Décider rapidement : le vote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988D7E-1EAF-4852-9B86-0C50112FAA44}"/>
              </a:ext>
            </a:extLst>
          </p:cNvPr>
          <p:cNvSpPr/>
          <p:nvPr/>
        </p:nvSpPr>
        <p:spPr>
          <a:xfrm>
            <a:off x="1953847" y="692696"/>
            <a:ext cx="52363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rgbClr val="FF0000"/>
                </a:solidFill>
                <a:ea typeface="ＭＳ Ｐゴシック" pitchFamily="34" charset="-128"/>
                <a:cs typeface="Times New Roman" panose="02020603050405020304" pitchFamily="18" charset="0"/>
              </a:rPr>
              <a:t>Techniques de vote: le vote simple </a:t>
            </a:r>
            <a:endParaRPr lang="fr-FR" sz="2800" dirty="0">
              <a:solidFill>
                <a:srgbClr val="FF0000"/>
              </a:solidFill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07ECF434-5AD7-4FA3-B52E-4D7BCD863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440077"/>
              </p:ext>
            </p:extLst>
          </p:nvPr>
        </p:nvGraphicFramePr>
        <p:xfrm>
          <a:off x="1187624" y="1248547"/>
          <a:ext cx="6550528" cy="4916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93447369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960004355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687972296"/>
                    </a:ext>
                  </a:extLst>
                </a:gridCol>
                <a:gridCol w="2014024">
                  <a:extLst>
                    <a:ext uri="{9D8B030D-6E8A-4147-A177-3AD203B41FA5}">
                      <a16:colId xmlns:a16="http://schemas.microsoft.com/office/drawing/2014/main" val="2538033086"/>
                    </a:ext>
                  </a:extLst>
                </a:gridCol>
              </a:tblGrid>
              <a:tr h="512242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Solution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Solution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Solution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209356"/>
                  </a:ext>
                </a:extLst>
              </a:tr>
              <a:tr h="501263">
                <a:tc>
                  <a:txBody>
                    <a:bodyPr/>
                    <a:lstStyle/>
                    <a:p>
                      <a:r>
                        <a:rPr lang="fr-FR" b="1" dirty="0"/>
                        <a:t>Participant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595108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Participant 2</a:t>
                      </a:r>
                    </a:p>
                    <a:p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030174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Participant 3</a:t>
                      </a:r>
                    </a:p>
                    <a:p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103152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Participant 4</a:t>
                      </a:r>
                    </a:p>
                    <a:p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681473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Participant 5</a:t>
                      </a:r>
                    </a:p>
                    <a:p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355645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068503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r>
                        <a:rPr lang="fr-FR" b="1" dirty="0"/>
                        <a:t>Classement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516166"/>
                  </a:ext>
                </a:extLst>
              </a:tr>
            </a:tbl>
          </a:graphicData>
        </a:graphic>
      </p:graphicFrame>
      <p:pic>
        <p:nvPicPr>
          <p:cNvPr id="8" name="Image 7">
            <a:extLst>
              <a:ext uri="{FF2B5EF4-FFF2-40B4-BE49-F238E27FC236}">
                <a16:creationId xmlns:a16="http://schemas.microsoft.com/office/drawing/2014/main" id="{D1ADF415-47E7-4781-B1FF-1E4A9ADD8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1816543"/>
            <a:ext cx="498237" cy="36004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89631C1-22FD-4ADF-AAEA-1482FB548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2420888"/>
            <a:ext cx="498237" cy="36004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E3003BC-7E2F-477E-B997-AA70E21CE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3068960"/>
            <a:ext cx="498237" cy="36004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F2E7669-2496-464B-B63D-5D1C96D08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3706925"/>
            <a:ext cx="498237" cy="36004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950AEA1-3E81-4D66-8B04-2A9AF8F3D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365104"/>
            <a:ext cx="498237" cy="36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8576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65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Décider rapidement : le vote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988D7E-1EAF-4852-9B86-0C50112FAA44}"/>
              </a:ext>
            </a:extLst>
          </p:cNvPr>
          <p:cNvSpPr/>
          <p:nvPr/>
        </p:nvSpPr>
        <p:spPr>
          <a:xfrm>
            <a:off x="1953847" y="692696"/>
            <a:ext cx="54366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rgbClr val="FF0000"/>
                </a:solidFill>
                <a:ea typeface="ＭＳ Ｐゴシック" pitchFamily="34" charset="-128"/>
                <a:cs typeface="Times New Roman" panose="02020603050405020304" pitchFamily="18" charset="0"/>
              </a:rPr>
              <a:t>Techniques de vote: le vote pondéré </a:t>
            </a:r>
            <a:endParaRPr lang="fr-FR" sz="2800" dirty="0">
              <a:solidFill>
                <a:srgbClr val="FF0000"/>
              </a:solidFill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07ECF434-5AD7-4FA3-B52E-4D7BCD863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41274"/>
              </p:ext>
            </p:extLst>
          </p:nvPr>
        </p:nvGraphicFramePr>
        <p:xfrm>
          <a:off x="1405848" y="1248547"/>
          <a:ext cx="6550528" cy="4916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93447369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960004355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687972296"/>
                    </a:ext>
                  </a:extLst>
                </a:gridCol>
                <a:gridCol w="2014024">
                  <a:extLst>
                    <a:ext uri="{9D8B030D-6E8A-4147-A177-3AD203B41FA5}">
                      <a16:colId xmlns:a16="http://schemas.microsoft.com/office/drawing/2014/main" val="2538033086"/>
                    </a:ext>
                  </a:extLst>
                </a:gridCol>
              </a:tblGrid>
              <a:tr h="512242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Solution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Solution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Solution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209356"/>
                  </a:ext>
                </a:extLst>
              </a:tr>
              <a:tr h="501263">
                <a:tc>
                  <a:txBody>
                    <a:bodyPr/>
                    <a:lstStyle/>
                    <a:p>
                      <a:r>
                        <a:rPr lang="fr-FR" b="1" dirty="0"/>
                        <a:t>Participant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595108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Participant 2</a:t>
                      </a:r>
                    </a:p>
                    <a:p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030174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Participant 3</a:t>
                      </a:r>
                    </a:p>
                    <a:p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103152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Participant 4</a:t>
                      </a:r>
                    </a:p>
                    <a:p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681473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Participant 5</a:t>
                      </a:r>
                    </a:p>
                    <a:p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355645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068503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r>
                        <a:rPr lang="fr-FR" b="1" dirty="0"/>
                        <a:t>Classement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516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7155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66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/>
              <a:t>Plan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1CA00D1A-05D9-4C1D-A85E-3644A758E2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0549452"/>
              </p:ext>
            </p:extLst>
          </p:nvPr>
        </p:nvGraphicFramePr>
        <p:xfrm>
          <a:off x="827584" y="1088740"/>
          <a:ext cx="7416824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01195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67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6049CF-3960-4B03-B87E-DC1F774741F4}"/>
              </a:ext>
            </a:extLst>
          </p:cNvPr>
          <p:cNvSpPr/>
          <p:nvPr/>
        </p:nvSpPr>
        <p:spPr>
          <a:xfrm>
            <a:off x="611560" y="764704"/>
            <a:ext cx="374441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solidFill>
                  <a:srgbClr val="4D5156"/>
                </a:solidFill>
                <a:latin typeface="arial" panose="020B0604020202020204" pitchFamily="34" charset="0"/>
              </a:rPr>
              <a:t>La méthode </a:t>
            </a:r>
            <a:r>
              <a:rPr lang="fr-FR" b="1" dirty="0">
                <a:solidFill>
                  <a:srgbClr val="5F6368"/>
                </a:solidFill>
                <a:latin typeface="arial" panose="020B0604020202020204" pitchFamily="34" charset="0"/>
              </a:rPr>
              <a:t>8D</a:t>
            </a:r>
            <a:r>
              <a:rPr lang="fr-FR" dirty="0">
                <a:solidFill>
                  <a:srgbClr val="4D5156"/>
                </a:solidFill>
                <a:latin typeface="arial" panose="020B0604020202020204" pitchFamily="34" charset="0"/>
              </a:rPr>
              <a:t> propose un processus structuré pour résoudre tous types de problèmes du plus simple au plus complexe.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CA1549B-9D26-45E2-8483-91D9AC884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764704"/>
            <a:ext cx="3425559" cy="207757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F669A6F-D7F4-4D15-9F44-F22203372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91" y="2842274"/>
            <a:ext cx="6912768" cy="343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2273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68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FA237EB-92C2-45F1-AD3A-D7330A74D2FA}"/>
              </a:ext>
            </a:extLst>
          </p:cNvPr>
          <p:cNvSpPr txBox="1"/>
          <p:nvPr/>
        </p:nvSpPr>
        <p:spPr>
          <a:xfrm>
            <a:off x="2123728" y="2780928"/>
            <a:ext cx="4752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accent2"/>
                </a:solidFill>
              </a:rPr>
              <a:t>D1: Définir l’équipe du projet</a:t>
            </a:r>
          </a:p>
        </p:txBody>
      </p:sp>
    </p:spTree>
    <p:extLst>
      <p:ext uri="{BB962C8B-B14F-4D97-AF65-F5344CB8AC3E}">
        <p14:creationId xmlns:p14="http://schemas.microsoft.com/office/powerpoint/2010/main" val="395192991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69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E490C25-6CE7-4799-A584-89DAC9B5C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908720"/>
            <a:ext cx="7974632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66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70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FA237EB-92C2-45F1-AD3A-D7330A74D2FA}"/>
              </a:ext>
            </a:extLst>
          </p:cNvPr>
          <p:cNvSpPr txBox="1"/>
          <p:nvPr/>
        </p:nvSpPr>
        <p:spPr>
          <a:xfrm>
            <a:off x="2555776" y="2780928"/>
            <a:ext cx="4752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accent2"/>
                </a:solidFill>
              </a:rPr>
              <a:t>D2: Définir le problème</a:t>
            </a:r>
          </a:p>
        </p:txBody>
      </p:sp>
    </p:spTree>
    <p:extLst>
      <p:ext uri="{BB962C8B-B14F-4D97-AF65-F5344CB8AC3E}">
        <p14:creationId xmlns:p14="http://schemas.microsoft.com/office/powerpoint/2010/main" val="31189346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71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7FD00BB-B8CE-4F60-9410-22933C90A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484784"/>
            <a:ext cx="8135435" cy="34563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913FFE4-A62E-4DCF-AE39-A1E54D27DF15}"/>
              </a:ext>
            </a:extLst>
          </p:cNvPr>
          <p:cNvSpPr/>
          <p:nvPr/>
        </p:nvSpPr>
        <p:spPr>
          <a:xfrm>
            <a:off x="3292418" y="2679303"/>
            <a:ext cx="53840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/>
              <a:t>(aspects internes/externes du problème)</a:t>
            </a:r>
          </a:p>
        </p:txBody>
      </p:sp>
    </p:spTree>
    <p:extLst>
      <p:ext uri="{BB962C8B-B14F-4D97-AF65-F5344CB8AC3E}">
        <p14:creationId xmlns:p14="http://schemas.microsoft.com/office/powerpoint/2010/main" val="23548890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72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FA237EB-92C2-45F1-AD3A-D7330A74D2FA}"/>
              </a:ext>
            </a:extLst>
          </p:cNvPr>
          <p:cNvSpPr txBox="1"/>
          <p:nvPr/>
        </p:nvSpPr>
        <p:spPr>
          <a:xfrm>
            <a:off x="2267744" y="2474893"/>
            <a:ext cx="47525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accent2"/>
                </a:solidFill>
              </a:rPr>
              <a:t>D3: Prendre les mesures de précautions temporaires</a:t>
            </a:r>
          </a:p>
        </p:txBody>
      </p:sp>
    </p:spTree>
    <p:extLst>
      <p:ext uri="{BB962C8B-B14F-4D97-AF65-F5344CB8AC3E}">
        <p14:creationId xmlns:p14="http://schemas.microsoft.com/office/powerpoint/2010/main" val="3959129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73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EBC3861-F520-44C3-90B0-487A673A8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624241"/>
            <a:ext cx="6678644" cy="189553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FDDC20B-6F97-4AD1-9D02-8BC7D353F8EB}"/>
              </a:ext>
            </a:extLst>
          </p:cNvPr>
          <p:cNvSpPr txBox="1"/>
          <p:nvPr/>
        </p:nvSpPr>
        <p:spPr>
          <a:xfrm>
            <a:off x="1161451" y="2596843"/>
            <a:ext cx="682109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2400" dirty="0"/>
              <a:t>Arrêter la production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2400" dirty="0"/>
              <a:t>Mettre en place un contrôle systématique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2400" dirty="0"/>
              <a:t>Informer clients, faire des rappels des produits</a:t>
            </a:r>
          </a:p>
          <a:p>
            <a:pPr lvl="1"/>
            <a:endParaRPr lang="fr-FR" sz="1800" dirty="0"/>
          </a:p>
          <a:p>
            <a:pPr lvl="1"/>
            <a:r>
              <a:rPr lang="fr-F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913246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74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FA237EB-92C2-45F1-AD3A-D7330A74D2FA}"/>
              </a:ext>
            </a:extLst>
          </p:cNvPr>
          <p:cNvSpPr txBox="1"/>
          <p:nvPr/>
        </p:nvSpPr>
        <p:spPr>
          <a:xfrm>
            <a:off x="2267744" y="2474893"/>
            <a:ext cx="47525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accent2"/>
                </a:solidFill>
              </a:rPr>
              <a:t>D4 : Déterminer les causes racines </a:t>
            </a:r>
          </a:p>
        </p:txBody>
      </p:sp>
    </p:spTree>
    <p:extLst>
      <p:ext uri="{BB962C8B-B14F-4D97-AF65-F5344CB8AC3E}">
        <p14:creationId xmlns:p14="http://schemas.microsoft.com/office/powerpoint/2010/main" val="20317118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75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3FFF9AF-B39D-4DF7-8E3D-DEDC6B739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67" y="620688"/>
            <a:ext cx="8757731" cy="248515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88691A1-EF4F-4982-B2C4-23C2EBF3E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2" y="3429000"/>
            <a:ext cx="8973306" cy="279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59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76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FA237EB-92C2-45F1-AD3A-D7330A74D2FA}"/>
              </a:ext>
            </a:extLst>
          </p:cNvPr>
          <p:cNvSpPr txBox="1"/>
          <p:nvPr/>
        </p:nvSpPr>
        <p:spPr>
          <a:xfrm>
            <a:off x="2267744" y="2474893"/>
            <a:ext cx="47525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accent2"/>
                </a:solidFill>
              </a:rPr>
              <a:t>D5 : Déterminer les solutions et vérifier leur efficacité</a:t>
            </a:r>
          </a:p>
        </p:txBody>
      </p:sp>
    </p:spTree>
    <p:extLst>
      <p:ext uri="{BB962C8B-B14F-4D97-AF65-F5344CB8AC3E}">
        <p14:creationId xmlns:p14="http://schemas.microsoft.com/office/powerpoint/2010/main" val="201433266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77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97146B7-3378-486F-BB0E-F2CF67440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54" y="1412776"/>
            <a:ext cx="8790891" cy="335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72461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78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FA237EB-92C2-45F1-AD3A-D7330A74D2FA}"/>
              </a:ext>
            </a:extLst>
          </p:cNvPr>
          <p:cNvSpPr txBox="1"/>
          <p:nvPr/>
        </p:nvSpPr>
        <p:spPr>
          <a:xfrm>
            <a:off x="2267744" y="2474893"/>
            <a:ext cx="47525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accent2"/>
                </a:solidFill>
              </a:rPr>
              <a:t>D6: Valider et déployer la solution</a:t>
            </a:r>
          </a:p>
        </p:txBody>
      </p:sp>
    </p:spTree>
    <p:extLst>
      <p:ext uri="{BB962C8B-B14F-4D97-AF65-F5344CB8AC3E}">
        <p14:creationId xmlns:p14="http://schemas.microsoft.com/office/powerpoint/2010/main" val="389133371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79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8387FCC-3921-45A0-ACCB-14DD005D1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573570"/>
            <a:ext cx="3600400" cy="2039913"/>
          </a:xfrm>
          <a:prstGeom prst="rect">
            <a:avLst/>
          </a:prstGeom>
        </p:spPr>
      </p:pic>
      <p:pic>
        <p:nvPicPr>
          <p:cNvPr id="2050" name="Picture 2" descr="Méthode de planification : étapes et méthodes pour bien planifier">
            <a:extLst>
              <a:ext uri="{FF2B5EF4-FFF2-40B4-BE49-F238E27FC236}">
                <a16:creationId xmlns:a16="http://schemas.microsoft.com/office/drawing/2014/main" id="{E5249A44-CCE6-4C31-B675-09B98100B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802" y="2652781"/>
            <a:ext cx="6146348" cy="341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BC0A5E6-EF5A-4F42-8922-F2A43E22C6D2}"/>
              </a:ext>
            </a:extLst>
          </p:cNvPr>
          <p:cNvSpPr/>
          <p:nvPr/>
        </p:nvSpPr>
        <p:spPr>
          <a:xfrm>
            <a:off x="3115511" y="2177875"/>
            <a:ext cx="29129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rgbClr val="FF0000"/>
                </a:solidFill>
                <a:hlinkClick r:id="rId4"/>
              </a:rPr>
              <a:t>Le diagramme de GANTT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52161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80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FA237EB-92C2-45F1-AD3A-D7330A74D2FA}"/>
              </a:ext>
            </a:extLst>
          </p:cNvPr>
          <p:cNvSpPr txBox="1"/>
          <p:nvPr/>
        </p:nvSpPr>
        <p:spPr>
          <a:xfrm>
            <a:off x="2267744" y="2474893"/>
            <a:ext cx="4752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accent2"/>
                </a:solidFill>
              </a:rPr>
              <a:t>D7: Eviter la réapparition</a:t>
            </a:r>
          </a:p>
        </p:txBody>
      </p:sp>
    </p:spTree>
    <p:extLst>
      <p:ext uri="{BB962C8B-B14F-4D97-AF65-F5344CB8AC3E}">
        <p14:creationId xmlns:p14="http://schemas.microsoft.com/office/powerpoint/2010/main" val="174462938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81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21E8C71-E7B9-459D-B9FC-F6630BDAB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908720"/>
            <a:ext cx="8784976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26639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82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FA237EB-92C2-45F1-AD3A-D7330A74D2FA}"/>
              </a:ext>
            </a:extLst>
          </p:cNvPr>
          <p:cNvSpPr txBox="1"/>
          <p:nvPr/>
        </p:nvSpPr>
        <p:spPr>
          <a:xfrm>
            <a:off x="2267744" y="2474893"/>
            <a:ext cx="4752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accent2"/>
                </a:solidFill>
              </a:rPr>
              <a:t>D8: Célébrer!</a:t>
            </a:r>
          </a:p>
        </p:txBody>
      </p:sp>
    </p:spTree>
    <p:extLst>
      <p:ext uri="{BB962C8B-B14F-4D97-AF65-F5344CB8AC3E}">
        <p14:creationId xmlns:p14="http://schemas.microsoft.com/office/powerpoint/2010/main" val="252930713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83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EBA8792-B59C-4C04-9AA9-3A4E38944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836712"/>
            <a:ext cx="8064896" cy="53285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A46492-F561-42E9-A0B0-E3B8F7E4A2EC}"/>
              </a:ext>
            </a:extLst>
          </p:cNvPr>
          <p:cNvSpPr/>
          <p:nvPr/>
        </p:nvSpPr>
        <p:spPr>
          <a:xfrm>
            <a:off x="612676" y="5384165"/>
            <a:ext cx="7918648" cy="648072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831523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84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E2D412-2F98-484F-87D9-62842018B898}"/>
              </a:ext>
            </a:extLst>
          </p:cNvPr>
          <p:cNvSpPr/>
          <p:nvPr/>
        </p:nvSpPr>
        <p:spPr>
          <a:xfrm>
            <a:off x="1835696" y="2132856"/>
            <a:ext cx="67899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hlinkClick r:id="rId2"/>
              </a:rPr>
              <a:t>https://www.youtube.com/watch?v=dxnIjCexHV0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A4475A-3525-47B0-9C08-57EDD80A1FB9}"/>
              </a:ext>
            </a:extLst>
          </p:cNvPr>
          <p:cNvSpPr txBox="1"/>
          <p:nvPr/>
        </p:nvSpPr>
        <p:spPr>
          <a:xfrm>
            <a:off x="3707904" y="1266440"/>
            <a:ext cx="1353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rgbClr val="FF0000"/>
                </a:solidFill>
              </a:rPr>
              <a:t>Exemple </a:t>
            </a:r>
          </a:p>
        </p:txBody>
      </p:sp>
    </p:spTree>
    <p:extLst>
      <p:ext uri="{BB962C8B-B14F-4D97-AF65-F5344CB8AC3E}">
        <p14:creationId xmlns:p14="http://schemas.microsoft.com/office/powerpoint/2010/main" val="170574937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85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762E043-31DB-484A-9370-C11C07C83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412776"/>
            <a:ext cx="7452320" cy="372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298300"/>
      </p:ext>
    </p:extLst>
  </p:cSld>
  <p:clrMapOvr>
    <a:masterClrMapping/>
  </p:clrMapOvr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odèle par défaut">
      <a:majorFont>
        <a:latin typeface="Comic Sans MS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36289</TotalTime>
  <Words>1893</Words>
  <Application>Microsoft Office PowerPoint</Application>
  <PresentationFormat>Affichage à l'écran (4:3)</PresentationFormat>
  <Paragraphs>365</Paragraphs>
  <Slides>85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85</vt:i4>
      </vt:variant>
    </vt:vector>
  </HeadingPairs>
  <TitlesOfParts>
    <vt:vector size="103" baseType="lpstr">
      <vt:lpstr>ＭＳ Ｐゴシック</vt:lpstr>
      <vt:lpstr>Arial</vt:lpstr>
      <vt:lpstr>Arial</vt:lpstr>
      <vt:lpstr>Calibri</vt:lpstr>
      <vt:lpstr>Century Gothic</vt:lpstr>
      <vt:lpstr>Comic Sans MS</vt:lpstr>
      <vt:lpstr>Google Sans</vt:lpstr>
      <vt:lpstr>Maven Pro</vt:lpstr>
      <vt:lpstr>Montserrat</vt:lpstr>
      <vt:lpstr>Open Sans</vt:lpstr>
      <vt:lpstr>Poppins</vt:lpstr>
      <vt:lpstr>Roboto</vt:lpstr>
      <vt:lpstr>Rubik</vt:lpstr>
      <vt:lpstr>Tahoma</vt:lpstr>
      <vt:lpstr>Times</vt:lpstr>
      <vt:lpstr>Times New Roman</vt:lpstr>
      <vt:lpstr>Wingdings</vt:lpstr>
      <vt:lpstr>Modèle par défaut</vt:lpstr>
      <vt:lpstr>FQ01 - Management de la Qualité  </vt:lpstr>
      <vt:lpstr>Plan</vt:lpstr>
      <vt:lpstr>Plan</vt:lpstr>
      <vt:lpstr>Amélioration continue: Kaizen</vt:lpstr>
      <vt:lpstr>Amélioration continue: Kaizen</vt:lpstr>
      <vt:lpstr>Amélioration continue: Domaines d’application</vt:lpstr>
      <vt:lpstr>Amélioration continue: Domaines d’application</vt:lpstr>
      <vt:lpstr>Amélioration continue: Domaines d’application</vt:lpstr>
      <vt:lpstr>Amélioration continue: Domaines d’application</vt:lpstr>
      <vt:lpstr>Amélioration continue: Domaines d’application</vt:lpstr>
      <vt:lpstr>Amélioration continue: Domaines d’application</vt:lpstr>
      <vt:lpstr>Amélioration continue: Domaines d’application</vt:lpstr>
      <vt:lpstr>Amélioration continue: Pourquoi?</vt:lpstr>
      <vt:lpstr>Amélioration continue: Pourquoi?</vt:lpstr>
      <vt:lpstr>Amélioration continue: Pourquoi?</vt:lpstr>
      <vt:lpstr>Amélioration continue:  Roue de Deming </vt:lpstr>
      <vt:lpstr>Amélioration continue: Pourquoi?</vt:lpstr>
      <vt:lpstr>Plan</vt:lpstr>
      <vt:lpstr>Présentation PowerPoint</vt:lpstr>
      <vt:lpstr>Définir le problème (QQOQCP) </vt:lpstr>
      <vt:lpstr>Définir le problème (QQOQCP) </vt:lpstr>
      <vt:lpstr>Définir le problème (QQOQCP) </vt:lpstr>
      <vt:lpstr>Définir le problème (QQOQCP) </vt:lpstr>
      <vt:lpstr>Définir le problème (QQOQCP) </vt:lpstr>
      <vt:lpstr>Définir le problème (QQOQCP) </vt:lpstr>
      <vt:lpstr>Définir le problème (QQOQCP) </vt:lpstr>
      <vt:lpstr>Définir le problème (QQOQCP) </vt:lpstr>
      <vt:lpstr>Définir le problème (QQOQCP) </vt:lpstr>
      <vt:lpstr>Définir le problème (QQOQCP) </vt:lpstr>
      <vt:lpstr>Définir le problème (QQOQCP) </vt:lpstr>
      <vt:lpstr>Présentation PowerPoint</vt:lpstr>
      <vt:lpstr>Rechercher les causes du problème: la méthode 5M</vt:lpstr>
      <vt:lpstr>Rechercher les causes du problème: la méthode 5M</vt:lpstr>
      <vt:lpstr>Rechercher les causes du problème: la méthode 5M</vt:lpstr>
      <vt:lpstr>Rechercher les causes du problème: la méthode 5M</vt:lpstr>
      <vt:lpstr>Rechercher les causes du problème: la méthode 5M</vt:lpstr>
      <vt:lpstr>Rechercher les causes du problème: la méthode 5M</vt:lpstr>
      <vt:lpstr>Rechercher les causes du problème: la méthode 5M</vt:lpstr>
      <vt:lpstr>Rechercher les causes du problème: la méthode 5M (exemple)</vt:lpstr>
      <vt:lpstr>Rechercher les causes du problème: la méthode 5M (exemple)</vt:lpstr>
      <vt:lpstr>Rechercher les causes racines : les 5 pourquoi</vt:lpstr>
      <vt:lpstr>Rechercher les causes racines : les 5 pourquoi (exemple)</vt:lpstr>
      <vt:lpstr>Rechercher les causes racines : les 5 pourquoi (Attention!)</vt:lpstr>
      <vt:lpstr>Rechercher les causes du problème: 5 M + 5 Pourquoi</vt:lpstr>
      <vt:lpstr>Identification des causes principales : le Pareto</vt:lpstr>
      <vt:lpstr>Identification des causes principales : le Pareto (mise en œuvre)</vt:lpstr>
      <vt:lpstr>Identification des causes principales : le Pareto (mise en œuvre)</vt:lpstr>
      <vt:lpstr>Identification des causes principales : le Pareto (mise en œuvre)</vt:lpstr>
      <vt:lpstr>Identification des causes principales : le Pareto (mise en œuvre)</vt:lpstr>
      <vt:lpstr>Identification des causes principales : le Pareto (mise en œuvre)</vt:lpstr>
      <vt:lpstr>TD et Projet</vt:lpstr>
      <vt:lpstr>Présentation PowerPoint</vt:lpstr>
      <vt:lpstr>Présentation PowerPoint</vt:lpstr>
      <vt:lpstr>Générer des idées de solution: Brainstorming</vt:lpstr>
      <vt:lpstr>Regrouper les idées : le diagramme de Kawakita Jiro (KJ)</vt:lpstr>
      <vt:lpstr>Présentation PowerPoint</vt:lpstr>
      <vt:lpstr>Prioriser les idées : le SWOT</vt:lpstr>
      <vt:lpstr>Prioriser les idées : le SWOT</vt:lpstr>
      <vt:lpstr>Prioriser les idées : le SWOT</vt:lpstr>
      <vt:lpstr>Prioriser les idées : le diagramme des relations </vt:lpstr>
      <vt:lpstr>Prioriser les idées : le diagramme des relations </vt:lpstr>
      <vt:lpstr>Présentation PowerPoint</vt:lpstr>
      <vt:lpstr>Décider rapidement : le vote </vt:lpstr>
      <vt:lpstr>Décider rapidement : le vote</vt:lpstr>
      <vt:lpstr>Décider rapidement : le vote</vt:lpstr>
      <vt:lpstr>Plan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boudaoud</dc:creator>
  <cp:lastModifiedBy>vuhaican</cp:lastModifiedBy>
  <cp:revision>1176</cp:revision>
  <cp:lastPrinted>2021-02-18T06:47:43Z</cp:lastPrinted>
  <dcterms:created xsi:type="dcterms:W3CDTF">1601-01-01T00:00:00Z</dcterms:created>
  <dcterms:modified xsi:type="dcterms:W3CDTF">2026-03-22T05:27:08Z</dcterms:modified>
</cp:coreProperties>
</file>