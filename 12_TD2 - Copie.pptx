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handoutMasterIdLst>
    <p:handoutMasterId r:id="rId7"/>
  </p:handoutMasterIdLst>
  <p:sldIdLst>
    <p:sldId id="811" r:id="rId2"/>
    <p:sldId id="931" r:id="rId3"/>
    <p:sldId id="937" r:id="rId4"/>
    <p:sldId id="934" r:id="rId5"/>
  </p:sldIdLst>
  <p:sldSz cx="9144000" cy="6858000" type="screen4x3"/>
  <p:notesSz cx="7099300" cy="10234613"/>
  <p:defaultTextStyle>
    <a:defPPr>
      <a:defRPr lang="en-US"/>
    </a:defPPr>
    <a:lvl1pPr algn="l" rtl="0" fontAlgn="base">
      <a:spcBef>
        <a:spcPct val="0"/>
      </a:spcBef>
      <a:spcAft>
        <a:spcPct val="0"/>
      </a:spcAft>
      <a:defRPr sz="2000" kern="1200">
        <a:solidFill>
          <a:schemeClr val="tx1"/>
        </a:solidFill>
        <a:latin typeface="Times New Roman" pitchFamily="18" charset="0"/>
        <a:ea typeface="+mn-ea"/>
        <a:cs typeface="+mn-cs"/>
      </a:defRPr>
    </a:lvl1pPr>
    <a:lvl2pPr marL="457200" algn="l" rtl="0" fontAlgn="base">
      <a:spcBef>
        <a:spcPct val="0"/>
      </a:spcBef>
      <a:spcAft>
        <a:spcPct val="0"/>
      </a:spcAft>
      <a:defRPr sz="2000" kern="1200">
        <a:solidFill>
          <a:schemeClr val="tx1"/>
        </a:solidFill>
        <a:latin typeface="Times New Roman" pitchFamily="18" charset="0"/>
        <a:ea typeface="+mn-ea"/>
        <a:cs typeface="+mn-cs"/>
      </a:defRPr>
    </a:lvl2pPr>
    <a:lvl3pPr marL="914400" algn="l" rtl="0" fontAlgn="base">
      <a:spcBef>
        <a:spcPct val="0"/>
      </a:spcBef>
      <a:spcAft>
        <a:spcPct val="0"/>
      </a:spcAft>
      <a:defRPr sz="2000" kern="1200">
        <a:solidFill>
          <a:schemeClr val="tx1"/>
        </a:solidFill>
        <a:latin typeface="Times New Roman" pitchFamily="18" charset="0"/>
        <a:ea typeface="+mn-ea"/>
        <a:cs typeface="+mn-cs"/>
      </a:defRPr>
    </a:lvl3pPr>
    <a:lvl4pPr marL="1371600" algn="l" rtl="0" fontAlgn="base">
      <a:spcBef>
        <a:spcPct val="0"/>
      </a:spcBef>
      <a:spcAft>
        <a:spcPct val="0"/>
      </a:spcAft>
      <a:defRPr sz="2000" kern="1200">
        <a:solidFill>
          <a:schemeClr val="tx1"/>
        </a:solidFill>
        <a:latin typeface="Times New Roman" pitchFamily="18" charset="0"/>
        <a:ea typeface="+mn-ea"/>
        <a:cs typeface="+mn-cs"/>
      </a:defRPr>
    </a:lvl4pPr>
    <a:lvl5pPr marL="1828800" algn="l" rtl="0" fontAlgn="base">
      <a:spcBef>
        <a:spcPct val="0"/>
      </a:spcBef>
      <a:spcAft>
        <a:spcPct val="0"/>
      </a:spcAft>
      <a:defRPr sz="2000" kern="1200">
        <a:solidFill>
          <a:schemeClr val="tx1"/>
        </a:solidFill>
        <a:latin typeface="Times New Roman" pitchFamily="18" charset="0"/>
        <a:ea typeface="+mn-ea"/>
        <a:cs typeface="+mn-cs"/>
      </a:defRPr>
    </a:lvl5pPr>
    <a:lvl6pPr marL="2286000" algn="l" defTabSz="914400" rtl="0" eaLnBrk="1" latinLnBrk="0" hangingPunct="1">
      <a:defRPr sz="2000" kern="1200">
        <a:solidFill>
          <a:schemeClr val="tx1"/>
        </a:solidFill>
        <a:latin typeface="Times New Roman" pitchFamily="18" charset="0"/>
        <a:ea typeface="+mn-ea"/>
        <a:cs typeface="+mn-cs"/>
      </a:defRPr>
    </a:lvl6pPr>
    <a:lvl7pPr marL="2743200" algn="l" defTabSz="914400" rtl="0" eaLnBrk="1" latinLnBrk="0" hangingPunct="1">
      <a:defRPr sz="2000" kern="1200">
        <a:solidFill>
          <a:schemeClr val="tx1"/>
        </a:solidFill>
        <a:latin typeface="Times New Roman" pitchFamily="18" charset="0"/>
        <a:ea typeface="+mn-ea"/>
        <a:cs typeface="+mn-cs"/>
      </a:defRPr>
    </a:lvl7pPr>
    <a:lvl8pPr marL="3200400" algn="l" defTabSz="914400" rtl="0" eaLnBrk="1" latinLnBrk="0" hangingPunct="1">
      <a:defRPr sz="2000" kern="1200">
        <a:solidFill>
          <a:schemeClr val="tx1"/>
        </a:solidFill>
        <a:latin typeface="Times New Roman" pitchFamily="18" charset="0"/>
        <a:ea typeface="+mn-ea"/>
        <a:cs typeface="+mn-cs"/>
      </a:defRPr>
    </a:lvl8pPr>
    <a:lvl9pPr marL="3657600" algn="l" defTabSz="914400" rtl="0" eaLnBrk="1" latinLnBrk="0" hangingPunct="1">
      <a:defRPr sz="20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963" autoAdjust="0"/>
    <p:restoredTop sz="96374" autoAdjust="0"/>
  </p:normalViewPr>
  <p:slideViewPr>
    <p:cSldViewPr>
      <p:cViewPr varScale="1">
        <p:scale>
          <a:sx n="81" d="100"/>
          <a:sy n="81" d="100"/>
        </p:scale>
        <p:origin x="1987" y="67"/>
      </p:cViewPr>
      <p:guideLst>
        <p:guide orient="horz" pos="2160"/>
        <p:guide pos="2880"/>
      </p:guideLst>
    </p:cSldViewPr>
  </p:slideViewPr>
  <p:outlineViewPr>
    <p:cViewPr>
      <p:scale>
        <a:sx n="33" d="100"/>
        <a:sy n="33" d="100"/>
      </p:scale>
      <p:origin x="0" y="-1392"/>
    </p:cViewPr>
  </p:outlineViewPr>
  <p:notesTextViewPr>
    <p:cViewPr>
      <p:scale>
        <a:sx n="100" d="100"/>
        <a:sy n="100" d="100"/>
      </p:scale>
      <p:origin x="0" y="0"/>
    </p:cViewPr>
  </p:notesTextViewPr>
  <p:sorterViewPr>
    <p:cViewPr>
      <p:scale>
        <a:sx n="66" d="100"/>
        <a:sy n="66" d="100"/>
      </p:scale>
      <p:origin x="0" y="0"/>
    </p:cViewPr>
  </p:sorterViewPr>
  <p:notesViewPr>
    <p:cSldViewPr>
      <p:cViewPr>
        <p:scale>
          <a:sx n="200" d="100"/>
          <a:sy n="200" d="100"/>
        </p:scale>
        <p:origin x="43" y="125"/>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730"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5189" tIns="47595" rIns="95189" bIns="47595" numCol="1" anchor="t" anchorCtr="0" compatLnSpc="1">
            <a:prstTxWarp prst="textNoShape">
              <a:avLst/>
            </a:prstTxWarp>
          </a:bodyPr>
          <a:lstStyle>
            <a:lvl1pPr defTabSz="952500">
              <a:defRPr sz="1200"/>
            </a:lvl1pPr>
          </a:lstStyle>
          <a:p>
            <a:pPr>
              <a:defRPr/>
            </a:pPr>
            <a:endParaRPr lang="fr-FR"/>
          </a:p>
        </p:txBody>
      </p:sp>
      <p:sp>
        <p:nvSpPr>
          <p:cNvPr id="73731" name="Rectangle 3"/>
          <p:cNvSpPr>
            <a:spLocks noGrp="1" noChangeArrowheads="1"/>
          </p:cNvSpPr>
          <p:nvPr>
            <p:ph type="dt" sz="quarter" idx="1"/>
          </p:nvPr>
        </p:nvSpPr>
        <p:spPr bwMode="auto">
          <a:xfrm>
            <a:off x="4022725" y="0"/>
            <a:ext cx="3076575" cy="511175"/>
          </a:xfrm>
          <a:prstGeom prst="rect">
            <a:avLst/>
          </a:prstGeom>
          <a:noFill/>
          <a:ln w="9525">
            <a:noFill/>
            <a:miter lim="800000"/>
            <a:headEnd/>
            <a:tailEnd/>
          </a:ln>
          <a:effectLst/>
        </p:spPr>
        <p:txBody>
          <a:bodyPr vert="horz" wrap="square" lIns="95189" tIns="47595" rIns="95189" bIns="47595" numCol="1" anchor="t" anchorCtr="0" compatLnSpc="1">
            <a:prstTxWarp prst="textNoShape">
              <a:avLst/>
            </a:prstTxWarp>
          </a:bodyPr>
          <a:lstStyle>
            <a:lvl1pPr algn="r" defTabSz="952500">
              <a:defRPr sz="1200"/>
            </a:lvl1pPr>
          </a:lstStyle>
          <a:p>
            <a:pPr>
              <a:defRPr/>
            </a:pPr>
            <a:endParaRPr lang="fr-FR"/>
          </a:p>
        </p:txBody>
      </p:sp>
      <p:sp>
        <p:nvSpPr>
          <p:cNvPr id="73732" name="Rectangle 4"/>
          <p:cNvSpPr>
            <a:spLocks noGrp="1" noChangeArrowheads="1"/>
          </p:cNvSpPr>
          <p:nvPr>
            <p:ph type="ftr" sz="quarter" idx="2"/>
          </p:nvPr>
        </p:nvSpPr>
        <p:spPr bwMode="auto">
          <a:xfrm>
            <a:off x="0" y="9723438"/>
            <a:ext cx="3076575" cy="511175"/>
          </a:xfrm>
          <a:prstGeom prst="rect">
            <a:avLst/>
          </a:prstGeom>
          <a:noFill/>
          <a:ln w="9525">
            <a:noFill/>
            <a:miter lim="800000"/>
            <a:headEnd/>
            <a:tailEnd/>
          </a:ln>
          <a:effectLst/>
        </p:spPr>
        <p:txBody>
          <a:bodyPr vert="horz" wrap="square" lIns="95189" tIns="47595" rIns="95189" bIns="47595" numCol="1" anchor="b" anchorCtr="0" compatLnSpc="1">
            <a:prstTxWarp prst="textNoShape">
              <a:avLst/>
            </a:prstTxWarp>
          </a:bodyPr>
          <a:lstStyle>
            <a:lvl1pPr defTabSz="952500">
              <a:defRPr sz="1200"/>
            </a:lvl1pPr>
          </a:lstStyle>
          <a:p>
            <a:pPr>
              <a:defRPr/>
            </a:pPr>
            <a:r>
              <a:rPr lang="fr-FR"/>
              <a:t>Hai Canh VU</a:t>
            </a:r>
          </a:p>
        </p:txBody>
      </p:sp>
      <p:sp>
        <p:nvSpPr>
          <p:cNvPr id="73733" name="Rectangle 5"/>
          <p:cNvSpPr>
            <a:spLocks noGrp="1" noChangeArrowheads="1"/>
          </p:cNvSpPr>
          <p:nvPr>
            <p:ph type="sldNum" sz="quarter" idx="3"/>
          </p:nvPr>
        </p:nvSpPr>
        <p:spPr bwMode="auto">
          <a:xfrm>
            <a:off x="4022725" y="9723438"/>
            <a:ext cx="3076575" cy="511175"/>
          </a:xfrm>
          <a:prstGeom prst="rect">
            <a:avLst/>
          </a:prstGeom>
          <a:noFill/>
          <a:ln w="9525">
            <a:noFill/>
            <a:miter lim="800000"/>
            <a:headEnd/>
            <a:tailEnd/>
          </a:ln>
          <a:effectLst/>
        </p:spPr>
        <p:txBody>
          <a:bodyPr vert="horz" wrap="square" lIns="95189" tIns="47595" rIns="95189" bIns="47595" numCol="1" anchor="b" anchorCtr="0" compatLnSpc="1">
            <a:prstTxWarp prst="textNoShape">
              <a:avLst/>
            </a:prstTxWarp>
          </a:bodyPr>
          <a:lstStyle>
            <a:lvl1pPr algn="r" defTabSz="952500">
              <a:defRPr sz="1200"/>
            </a:lvl1pPr>
          </a:lstStyle>
          <a:p>
            <a:pPr>
              <a:defRPr/>
            </a:pPr>
            <a:fld id="{8DD6D6EB-B5B7-4C90-B157-269532824D8C}" type="slidenum">
              <a:rPr lang="fr-FR"/>
              <a:pPr>
                <a:defRPr/>
              </a:pPr>
              <a:t>‹N°›</a:t>
            </a:fld>
            <a:endParaRPr lang="fr-FR"/>
          </a:p>
        </p:txBody>
      </p:sp>
    </p:spTree>
    <p:extLst>
      <p:ext uri="{BB962C8B-B14F-4D97-AF65-F5344CB8AC3E}">
        <p14:creationId xmlns:p14="http://schemas.microsoft.com/office/powerpoint/2010/main" val="57621997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5189" tIns="47595" rIns="95189" bIns="47595" numCol="1" anchor="t" anchorCtr="0" compatLnSpc="1">
            <a:prstTxWarp prst="textNoShape">
              <a:avLst/>
            </a:prstTxWarp>
          </a:bodyPr>
          <a:lstStyle>
            <a:lvl1pPr defTabSz="952500">
              <a:defRPr sz="1200"/>
            </a:lvl1pPr>
          </a:lstStyle>
          <a:p>
            <a:pPr>
              <a:defRPr/>
            </a:pPr>
            <a:endParaRPr lang="fr-FR"/>
          </a:p>
        </p:txBody>
      </p:sp>
      <p:sp>
        <p:nvSpPr>
          <p:cNvPr id="8195" name="Rectangle 3"/>
          <p:cNvSpPr>
            <a:spLocks noGrp="1" noChangeArrowheads="1"/>
          </p:cNvSpPr>
          <p:nvPr>
            <p:ph type="dt" idx="1"/>
          </p:nvPr>
        </p:nvSpPr>
        <p:spPr bwMode="auto">
          <a:xfrm>
            <a:off x="4022725" y="0"/>
            <a:ext cx="3076575" cy="511175"/>
          </a:xfrm>
          <a:prstGeom prst="rect">
            <a:avLst/>
          </a:prstGeom>
          <a:noFill/>
          <a:ln w="9525">
            <a:noFill/>
            <a:miter lim="800000"/>
            <a:headEnd/>
            <a:tailEnd/>
          </a:ln>
          <a:effectLst/>
        </p:spPr>
        <p:txBody>
          <a:bodyPr vert="horz" wrap="square" lIns="95189" tIns="47595" rIns="95189" bIns="47595" numCol="1" anchor="t" anchorCtr="0" compatLnSpc="1">
            <a:prstTxWarp prst="textNoShape">
              <a:avLst/>
            </a:prstTxWarp>
          </a:bodyPr>
          <a:lstStyle>
            <a:lvl1pPr algn="r" defTabSz="952500">
              <a:defRPr sz="1200"/>
            </a:lvl1pPr>
          </a:lstStyle>
          <a:p>
            <a:pPr>
              <a:defRPr/>
            </a:pPr>
            <a:endParaRPr lang="fr-FR"/>
          </a:p>
        </p:txBody>
      </p:sp>
      <p:sp>
        <p:nvSpPr>
          <p:cNvPr id="30724" name="Rectangle 4"/>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p:spPr>
      </p:sp>
      <p:sp>
        <p:nvSpPr>
          <p:cNvPr id="8197" name="Rectangle 5"/>
          <p:cNvSpPr>
            <a:spLocks noGrp="1" noChangeArrowheads="1"/>
          </p:cNvSpPr>
          <p:nvPr>
            <p:ph type="body" sz="quarter" idx="3"/>
          </p:nvPr>
        </p:nvSpPr>
        <p:spPr bwMode="auto">
          <a:xfrm>
            <a:off x="946150" y="4860925"/>
            <a:ext cx="5207000" cy="4605338"/>
          </a:xfrm>
          <a:prstGeom prst="rect">
            <a:avLst/>
          </a:prstGeom>
          <a:noFill/>
          <a:ln w="9525">
            <a:noFill/>
            <a:miter lim="800000"/>
            <a:headEnd/>
            <a:tailEnd/>
          </a:ln>
          <a:effectLst/>
        </p:spPr>
        <p:txBody>
          <a:bodyPr vert="horz" wrap="square" lIns="95189" tIns="47595" rIns="95189" bIns="47595"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8198" name="Rectangle 6"/>
          <p:cNvSpPr>
            <a:spLocks noGrp="1" noChangeArrowheads="1"/>
          </p:cNvSpPr>
          <p:nvPr>
            <p:ph type="ftr" sz="quarter" idx="4"/>
          </p:nvPr>
        </p:nvSpPr>
        <p:spPr bwMode="auto">
          <a:xfrm>
            <a:off x="0" y="9723438"/>
            <a:ext cx="3076575" cy="511175"/>
          </a:xfrm>
          <a:prstGeom prst="rect">
            <a:avLst/>
          </a:prstGeom>
          <a:noFill/>
          <a:ln w="9525">
            <a:noFill/>
            <a:miter lim="800000"/>
            <a:headEnd/>
            <a:tailEnd/>
          </a:ln>
          <a:effectLst/>
        </p:spPr>
        <p:txBody>
          <a:bodyPr vert="horz" wrap="square" lIns="95189" tIns="47595" rIns="95189" bIns="47595" numCol="1" anchor="b" anchorCtr="0" compatLnSpc="1">
            <a:prstTxWarp prst="textNoShape">
              <a:avLst/>
            </a:prstTxWarp>
          </a:bodyPr>
          <a:lstStyle>
            <a:lvl1pPr defTabSz="952500">
              <a:defRPr sz="1200"/>
            </a:lvl1pPr>
          </a:lstStyle>
          <a:p>
            <a:pPr>
              <a:defRPr/>
            </a:pPr>
            <a:r>
              <a:rPr lang="fr-FR"/>
              <a:t>Hai Canh VU</a:t>
            </a:r>
          </a:p>
        </p:txBody>
      </p:sp>
      <p:sp>
        <p:nvSpPr>
          <p:cNvPr id="8199" name="Rectangle 7"/>
          <p:cNvSpPr>
            <a:spLocks noGrp="1" noChangeArrowheads="1"/>
          </p:cNvSpPr>
          <p:nvPr>
            <p:ph type="sldNum" sz="quarter" idx="5"/>
          </p:nvPr>
        </p:nvSpPr>
        <p:spPr bwMode="auto">
          <a:xfrm>
            <a:off x="4022725" y="9723438"/>
            <a:ext cx="3076575" cy="511175"/>
          </a:xfrm>
          <a:prstGeom prst="rect">
            <a:avLst/>
          </a:prstGeom>
          <a:noFill/>
          <a:ln w="9525">
            <a:noFill/>
            <a:miter lim="800000"/>
            <a:headEnd/>
            <a:tailEnd/>
          </a:ln>
          <a:effectLst/>
        </p:spPr>
        <p:txBody>
          <a:bodyPr vert="horz" wrap="square" lIns="95189" tIns="47595" rIns="95189" bIns="47595" numCol="1" anchor="b" anchorCtr="0" compatLnSpc="1">
            <a:prstTxWarp prst="textNoShape">
              <a:avLst/>
            </a:prstTxWarp>
          </a:bodyPr>
          <a:lstStyle>
            <a:lvl1pPr algn="r" defTabSz="952500">
              <a:defRPr sz="1200"/>
            </a:lvl1pPr>
          </a:lstStyle>
          <a:p>
            <a:pPr>
              <a:defRPr/>
            </a:pPr>
            <a:fld id="{8FADE52C-4518-48E1-9309-AEA0C32D95EB}" type="slidenum">
              <a:rPr lang="fr-FR"/>
              <a:pPr>
                <a:defRPr/>
              </a:pPr>
              <a:t>‹N°›</a:t>
            </a:fld>
            <a:endParaRPr lang="fr-FR"/>
          </a:p>
        </p:txBody>
      </p:sp>
      <p:pic>
        <p:nvPicPr>
          <p:cNvPr id="8" name="图片 5">
            <a:extLst>
              <a:ext uri="{FF2B5EF4-FFF2-40B4-BE49-F238E27FC236}">
                <a16:creationId xmlns:a16="http://schemas.microsoft.com/office/drawing/2014/main" id="{715C52C2-F212-4838-A3AC-66498DA995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17280" y="4356369"/>
            <a:ext cx="636426" cy="247381"/>
          </a:xfrm>
          <a:prstGeom prst="rect">
            <a:avLst/>
          </a:prstGeom>
        </p:spPr>
      </p:pic>
    </p:spTree>
    <p:extLst>
      <p:ext uri="{BB962C8B-B14F-4D97-AF65-F5344CB8AC3E}">
        <p14:creationId xmlns:p14="http://schemas.microsoft.com/office/powerpoint/2010/main" val="2841140308"/>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992188" y="768350"/>
            <a:ext cx="5114925" cy="3836988"/>
          </a:xfrm>
        </p:spPr>
      </p:sp>
      <p:sp>
        <p:nvSpPr>
          <p:cNvPr id="3" name="Espace réservé des notes 2"/>
          <p:cNvSpPr>
            <a:spLocks noGrp="1"/>
          </p:cNvSpPr>
          <p:nvPr>
            <p:ph type="body" idx="1"/>
          </p:nvPr>
        </p:nvSpPr>
        <p:spPr/>
        <p:txBody>
          <a:bodyPr/>
          <a:lstStyle/>
          <a:p>
            <a:endParaRPr lang="fr-FR" dirty="0"/>
          </a:p>
        </p:txBody>
      </p:sp>
      <p:sp>
        <p:nvSpPr>
          <p:cNvPr id="4" name="Espace réservé du pied de page 3"/>
          <p:cNvSpPr>
            <a:spLocks noGrp="1"/>
          </p:cNvSpPr>
          <p:nvPr>
            <p:ph type="ftr" sz="quarter" idx="4"/>
          </p:nvPr>
        </p:nvSpPr>
        <p:spPr/>
        <p:txBody>
          <a:bodyPr/>
          <a:lstStyle/>
          <a:p>
            <a:pPr>
              <a:defRPr/>
            </a:pPr>
            <a:r>
              <a:rPr lang="fr-FR"/>
              <a:t>Hai Canh VU</a:t>
            </a:r>
          </a:p>
        </p:txBody>
      </p:sp>
      <p:sp>
        <p:nvSpPr>
          <p:cNvPr id="5" name="Espace réservé du numéro de diapositive 4"/>
          <p:cNvSpPr>
            <a:spLocks noGrp="1"/>
          </p:cNvSpPr>
          <p:nvPr>
            <p:ph type="sldNum" sz="quarter" idx="5"/>
          </p:nvPr>
        </p:nvSpPr>
        <p:spPr/>
        <p:txBody>
          <a:bodyPr/>
          <a:lstStyle/>
          <a:p>
            <a:pPr>
              <a:defRPr/>
            </a:pPr>
            <a:fld id="{8FADE52C-4518-48E1-9309-AEA0C32D95EB}" type="slidenum">
              <a:rPr lang="fr-FR" smtClean="0"/>
              <a:pPr>
                <a:defRPr/>
              </a:pPr>
              <a:t>2</a:t>
            </a:fld>
            <a:endParaRPr lang="fr-FR"/>
          </a:p>
        </p:txBody>
      </p:sp>
    </p:spTree>
    <p:extLst>
      <p:ext uri="{BB962C8B-B14F-4D97-AF65-F5344CB8AC3E}">
        <p14:creationId xmlns:p14="http://schemas.microsoft.com/office/powerpoint/2010/main" val="2403151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992188" y="768350"/>
            <a:ext cx="5114925" cy="3836988"/>
          </a:xfrm>
        </p:spPr>
      </p:sp>
      <p:sp>
        <p:nvSpPr>
          <p:cNvPr id="3" name="Espace réservé des notes 2"/>
          <p:cNvSpPr>
            <a:spLocks noGrp="1"/>
          </p:cNvSpPr>
          <p:nvPr>
            <p:ph type="body" idx="1"/>
          </p:nvPr>
        </p:nvSpPr>
        <p:spPr/>
        <p:txBody>
          <a:bodyPr/>
          <a:lstStyle/>
          <a:p>
            <a:endParaRPr lang="fr-FR" dirty="0"/>
          </a:p>
        </p:txBody>
      </p:sp>
      <p:sp>
        <p:nvSpPr>
          <p:cNvPr id="4" name="Espace réservé du pied de page 3"/>
          <p:cNvSpPr>
            <a:spLocks noGrp="1"/>
          </p:cNvSpPr>
          <p:nvPr>
            <p:ph type="ftr" sz="quarter" idx="4"/>
          </p:nvPr>
        </p:nvSpPr>
        <p:spPr/>
        <p:txBody>
          <a:bodyPr/>
          <a:lstStyle/>
          <a:p>
            <a:pPr>
              <a:defRPr/>
            </a:pPr>
            <a:r>
              <a:rPr lang="fr-FR"/>
              <a:t>Hai Canh VU</a:t>
            </a:r>
          </a:p>
        </p:txBody>
      </p:sp>
      <p:sp>
        <p:nvSpPr>
          <p:cNvPr id="5" name="Espace réservé du numéro de diapositive 4"/>
          <p:cNvSpPr>
            <a:spLocks noGrp="1"/>
          </p:cNvSpPr>
          <p:nvPr>
            <p:ph type="sldNum" sz="quarter" idx="5"/>
          </p:nvPr>
        </p:nvSpPr>
        <p:spPr/>
        <p:txBody>
          <a:bodyPr/>
          <a:lstStyle/>
          <a:p>
            <a:pPr>
              <a:defRPr/>
            </a:pPr>
            <a:fld id="{8FADE52C-4518-48E1-9309-AEA0C32D95EB}" type="slidenum">
              <a:rPr lang="fr-FR" smtClean="0"/>
              <a:pPr>
                <a:defRPr/>
              </a:pPr>
              <a:t>3</a:t>
            </a:fld>
            <a:endParaRPr lang="fr-FR"/>
          </a:p>
        </p:txBody>
      </p:sp>
    </p:spTree>
    <p:extLst>
      <p:ext uri="{BB962C8B-B14F-4D97-AF65-F5344CB8AC3E}">
        <p14:creationId xmlns:p14="http://schemas.microsoft.com/office/powerpoint/2010/main" val="213152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992188" y="768350"/>
            <a:ext cx="5114925" cy="3836988"/>
          </a:xfrm>
        </p:spPr>
      </p:sp>
      <p:sp>
        <p:nvSpPr>
          <p:cNvPr id="3" name="Espace réservé des notes 2"/>
          <p:cNvSpPr>
            <a:spLocks noGrp="1"/>
          </p:cNvSpPr>
          <p:nvPr>
            <p:ph type="body" idx="1"/>
          </p:nvPr>
        </p:nvSpPr>
        <p:spPr/>
        <p:txBody>
          <a:bodyPr/>
          <a:lstStyle/>
          <a:p>
            <a:endParaRPr lang="fr-FR" dirty="0"/>
          </a:p>
        </p:txBody>
      </p:sp>
      <p:sp>
        <p:nvSpPr>
          <p:cNvPr id="4" name="Espace réservé du pied de page 3"/>
          <p:cNvSpPr>
            <a:spLocks noGrp="1"/>
          </p:cNvSpPr>
          <p:nvPr>
            <p:ph type="ftr" sz="quarter" idx="4"/>
          </p:nvPr>
        </p:nvSpPr>
        <p:spPr/>
        <p:txBody>
          <a:bodyPr/>
          <a:lstStyle/>
          <a:p>
            <a:pPr>
              <a:defRPr/>
            </a:pPr>
            <a:r>
              <a:rPr lang="fr-FR"/>
              <a:t>Hai Canh VU</a:t>
            </a:r>
          </a:p>
        </p:txBody>
      </p:sp>
      <p:sp>
        <p:nvSpPr>
          <p:cNvPr id="5" name="Espace réservé du numéro de diapositive 4"/>
          <p:cNvSpPr>
            <a:spLocks noGrp="1"/>
          </p:cNvSpPr>
          <p:nvPr>
            <p:ph type="sldNum" sz="quarter" idx="5"/>
          </p:nvPr>
        </p:nvSpPr>
        <p:spPr/>
        <p:txBody>
          <a:bodyPr/>
          <a:lstStyle/>
          <a:p>
            <a:pPr>
              <a:defRPr/>
            </a:pPr>
            <a:fld id="{8FADE52C-4518-48E1-9309-AEA0C32D95EB}" type="slidenum">
              <a:rPr lang="fr-FR" smtClean="0"/>
              <a:pPr>
                <a:defRPr/>
              </a:pPr>
              <a:t>4</a:t>
            </a:fld>
            <a:endParaRPr lang="fr-FR"/>
          </a:p>
        </p:txBody>
      </p:sp>
    </p:spTree>
    <p:extLst>
      <p:ext uri="{BB962C8B-B14F-4D97-AF65-F5344CB8AC3E}">
        <p14:creationId xmlns:p14="http://schemas.microsoft.com/office/powerpoint/2010/main" val="881560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697578"/>
            <a:ext cx="8516744" cy="5097146"/>
          </a:xfrm>
        </p:spPr>
        <p:txBody>
          <a:bodyPr vert="horz" lIns="91440" tIns="45720" rIns="91440" bIns="45720" rtlCol="0">
            <a:normAutofit/>
          </a:bodyPr>
          <a:lstStyle>
            <a:lvl1pPr marL="342900" indent="-342900">
              <a:buFont typeface="Arial" panose="020B0604020202020204" pitchFamily="34" charset="0"/>
              <a:buChar char="•"/>
              <a:defRPr lang="en-US" dirty="0" smtClean="0">
                <a:latin typeface="Century Gothic" panose="020B0502020202020204" pitchFamily="34" charset="0"/>
              </a:defRPr>
            </a:lvl1pPr>
            <a:lvl2pPr marL="742950" indent="-285750">
              <a:buFont typeface="Wingdings" pitchFamily="2" charset="2"/>
              <a:buChar char="Ø"/>
              <a:defRPr lang="en-US" dirty="0" smtClean="0">
                <a:latin typeface="Century Gothic" panose="020B0502020202020204" pitchFamily="34" charset="0"/>
              </a:defRPr>
            </a:lvl2pPr>
            <a:lvl3pPr>
              <a:defRPr lang="en-US" dirty="0" smtClean="0">
                <a:latin typeface="Century Gothic" panose="020B0502020202020204" pitchFamily="34" charset="0"/>
              </a:defRPr>
            </a:lvl3pPr>
            <a:lvl4pPr>
              <a:defRPr lang="en-US" dirty="0" smtClean="0">
                <a:latin typeface="Century Gothic" panose="020B0502020202020204" pitchFamily="34" charset="0"/>
              </a:defRPr>
            </a:lvl4pPr>
            <a:lvl5pPr>
              <a:defRPr lang="fr-FR" dirty="0">
                <a:latin typeface="Century Gothic" panose="020B0502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r-FR" dirty="0"/>
          </a:p>
        </p:txBody>
      </p:sp>
      <p:sp>
        <p:nvSpPr>
          <p:cNvPr id="4" name="Date Placeholder 3"/>
          <p:cNvSpPr>
            <a:spLocks noGrp="1"/>
          </p:cNvSpPr>
          <p:nvPr>
            <p:ph type="dt" sz="half" idx="10"/>
          </p:nvPr>
        </p:nvSpPr>
        <p:spPr/>
        <p:txBody>
          <a:bodyPr/>
          <a:lstStyle/>
          <a:p>
            <a:fld id="{E75C67EA-B7A4-4BA5-AD55-2BB488CA63F6}" type="datetime1">
              <a:rPr lang="fr-FR" smtClean="0"/>
              <a:t>01/04/2026</a:t>
            </a:fld>
            <a:endParaRPr lang="fr-FR"/>
          </a:p>
        </p:txBody>
      </p:sp>
      <p:sp>
        <p:nvSpPr>
          <p:cNvPr id="5" name="Footer Placeholder 4"/>
          <p:cNvSpPr>
            <a:spLocks noGrp="1"/>
          </p:cNvSpPr>
          <p:nvPr>
            <p:ph type="ftr" sz="quarter" idx="11"/>
          </p:nvPr>
        </p:nvSpPr>
        <p:spPr/>
        <p:txBody>
          <a:bodyPr/>
          <a:lstStyle/>
          <a:p>
            <a:r>
              <a:rPr lang="fr-FR"/>
              <a:t>Hai Canh VU</a:t>
            </a:r>
          </a:p>
        </p:txBody>
      </p:sp>
      <p:sp>
        <p:nvSpPr>
          <p:cNvPr id="6" name="Slide Number Placeholder 5"/>
          <p:cNvSpPr>
            <a:spLocks noGrp="1"/>
          </p:cNvSpPr>
          <p:nvPr>
            <p:ph type="sldNum" sz="quarter" idx="12"/>
          </p:nvPr>
        </p:nvSpPr>
        <p:spPr/>
        <p:txBody>
          <a:bodyPr/>
          <a:lstStyle/>
          <a:p>
            <a:fld id="{6B7FE0B4-9485-468D-8CC0-53380116C608}" type="slidenum">
              <a:rPr lang="fr-FR" smtClean="0"/>
              <a:pPr/>
              <a:t>‹N°›</a:t>
            </a:fld>
            <a:endParaRPr lang="fr-FR"/>
          </a:p>
        </p:txBody>
      </p:sp>
      <p:sp>
        <p:nvSpPr>
          <p:cNvPr id="15" name="Title 1"/>
          <p:cNvSpPr>
            <a:spLocks noGrp="1"/>
          </p:cNvSpPr>
          <p:nvPr>
            <p:ph type="title"/>
          </p:nvPr>
        </p:nvSpPr>
        <p:spPr>
          <a:xfrm>
            <a:off x="0" y="-27384"/>
            <a:ext cx="9144000" cy="580926"/>
          </a:xfrm>
          <a:solidFill>
            <a:schemeClr val="bg1">
              <a:lumMod val="50000"/>
            </a:schemeClr>
          </a:solidFill>
        </p:spPr>
        <p:txBody>
          <a:bodyPr vert="horz" lIns="91440" tIns="45720" rIns="91440" bIns="45720" rtlCol="0" anchor="ctr">
            <a:noAutofit/>
          </a:bodyPr>
          <a:lstStyle>
            <a:lvl1pPr algn="l">
              <a:defRPr lang="fr-FR" sz="2400" dirty="0">
                <a:solidFill>
                  <a:srgbClr val="FAC828"/>
                </a:solidFill>
                <a:latin typeface="Arial"/>
                <a:cs typeface="Arial"/>
              </a:defRPr>
            </a:lvl1pPr>
          </a:lstStyle>
          <a:p>
            <a:pPr marL="0" lvl="0" algn="l"/>
            <a:r>
              <a:rPr lang="en-US" dirty="0"/>
              <a:t>Click to edit Master title style</a:t>
            </a:r>
            <a:endParaRPr lang="fr-FR" dirty="0"/>
          </a:p>
        </p:txBody>
      </p:sp>
    </p:spTree>
    <p:extLst>
      <p:ext uri="{BB962C8B-B14F-4D97-AF65-F5344CB8AC3E}">
        <p14:creationId xmlns:p14="http://schemas.microsoft.com/office/powerpoint/2010/main" val="3773521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
        <p:nvSpPr>
          <p:cNvPr id="4" name="Rectangle 6"/>
          <p:cNvSpPr>
            <a:spLocks noGrp="1" noChangeArrowheads="1"/>
          </p:cNvSpPr>
          <p:nvPr>
            <p:ph type="sldNum" sz="quarter" idx="10"/>
          </p:nvPr>
        </p:nvSpPr>
        <p:spPr>
          <a:ln/>
        </p:spPr>
        <p:txBody>
          <a:bodyPr/>
          <a:lstStyle>
            <a:lvl1pPr>
              <a:defRPr/>
            </a:lvl1pPr>
          </a:lstStyle>
          <a:p>
            <a:pPr>
              <a:defRPr/>
            </a:pPr>
            <a:fld id="{43020D6D-3FB5-4F7B-9877-4CAA069F6B00}" type="slidenum">
              <a:rPr lang="fr-FR"/>
              <a:pPr>
                <a:defRPr/>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6"/>
          <p:cNvSpPr>
            <a:spLocks noGrp="1" noChangeArrowheads="1"/>
          </p:cNvSpPr>
          <p:nvPr>
            <p:ph type="sldNum" sz="quarter" idx="10"/>
          </p:nvPr>
        </p:nvSpPr>
        <p:spPr>
          <a:ln/>
        </p:spPr>
        <p:txBody>
          <a:bodyPr/>
          <a:lstStyle>
            <a:lvl1pPr>
              <a:defRPr/>
            </a:lvl1pPr>
          </a:lstStyle>
          <a:p>
            <a:pPr>
              <a:defRPr/>
            </a:pPr>
            <a:fld id="{AA623707-5978-41C4-846F-C8F42F20A236}" type="slidenum">
              <a:rPr lang="fr-FR"/>
              <a:pPr>
                <a:defRPr/>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
        <p:nvSpPr>
          <p:cNvPr id="4" name="Rectangle 6"/>
          <p:cNvSpPr>
            <a:spLocks noGrp="1" noChangeArrowheads="1"/>
          </p:cNvSpPr>
          <p:nvPr>
            <p:ph type="sldNum" sz="quarter" idx="10"/>
          </p:nvPr>
        </p:nvSpPr>
        <p:spPr>
          <a:ln/>
        </p:spPr>
        <p:txBody>
          <a:bodyPr/>
          <a:lstStyle>
            <a:lvl1pPr>
              <a:defRPr/>
            </a:lvl1pPr>
          </a:lstStyle>
          <a:p>
            <a:pPr>
              <a:defRPr/>
            </a:pPr>
            <a:fld id="{02ABFFC5-7EC9-48BE-A471-CAF84BDDF5F4}" type="slidenum">
              <a:rPr lang="fr-FR"/>
              <a:pPr>
                <a:defRPr/>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684213" y="1341438"/>
            <a:ext cx="3811587"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341438"/>
            <a:ext cx="3811588"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6"/>
          <p:cNvSpPr>
            <a:spLocks noGrp="1" noChangeArrowheads="1"/>
          </p:cNvSpPr>
          <p:nvPr>
            <p:ph type="sldNum" sz="quarter" idx="10"/>
          </p:nvPr>
        </p:nvSpPr>
        <p:spPr>
          <a:ln/>
        </p:spPr>
        <p:txBody>
          <a:bodyPr/>
          <a:lstStyle>
            <a:lvl1pPr>
              <a:defRPr/>
            </a:lvl1pPr>
          </a:lstStyle>
          <a:p>
            <a:pPr>
              <a:defRPr/>
            </a:pPr>
            <a:fld id="{55EB0BCA-6397-40D2-8573-214F68E75BC1}" type="slidenum">
              <a:rPr lang="fr-FR"/>
              <a:pPr>
                <a:defRPr/>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Rectangle 6"/>
          <p:cNvSpPr>
            <a:spLocks noGrp="1" noChangeArrowheads="1"/>
          </p:cNvSpPr>
          <p:nvPr>
            <p:ph type="sldNum" sz="quarter" idx="10"/>
          </p:nvPr>
        </p:nvSpPr>
        <p:spPr>
          <a:ln/>
        </p:spPr>
        <p:txBody>
          <a:bodyPr/>
          <a:lstStyle>
            <a:lvl1pPr>
              <a:defRPr/>
            </a:lvl1pPr>
          </a:lstStyle>
          <a:p>
            <a:pPr>
              <a:defRPr/>
            </a:pPr>
            <a:fld id="{FD0ACB19-8C56-4639-AF2B-BA8051516BBE}" type="slidenum">
              <a:rPr lang="fr-FR"/>
              <a:pPr>
                <a:defRPr/>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Rectangle 6"/>
          <p:cNvSpPr>
            <a:spLocks noGrp="1" noChangeArrowheads="1"/>
          </p:cNvSpPr>
          <p:nvPr>
            <p:ph type="sldNum" sz="quarter" idx="10"/>
          </p:nvPr>
        </p:nvSpPr>
        <p:spPr>
          <a:ln/>
        </p:spPr>
        <p:txBody>
          <a:bodyPr/>
          <a:lstStyle>
            <a:lvl1pPr>
              <a:defRPr/>
            </a:lvl1pPr>
          </a:lstStyle>
          <a:p>
            <a:pPr>
              <a:defRPr/>
            </a:pPr>
            <a:fld id="{C16B2403-EA0C-437D-8DD2-E673575763F9}" type="slidenum">
              <a:rPr lang="fr-FR"/>
              <a:pPr>
                <a:defRPr/>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2CB94342-0038-49B4-A508-6DE15087ED14}" type="slidenum">
              <a:rPr lang="fr-FR"/>
              <a:pPr>
                <a:defRPr/>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6"/>
          <p:cNvSpPr>
            <a:spLocks noGrp="1" noChangeArrowheads="1"/>
          </p:cNvSpPr>
          <p:nvPr>
            <p:ph type="sldNum" sz="quarter" idx="10"/>
          </p:nvPr>
        </p:nvSpPr>
        <p:spPr>
          <a:ln/>
        </p:spPr>
        <p:txBody>
          <a:bodyPr/>
          <a:lstStyle>
            <a:lvl1pPr>
              <a:defRPr/>
            </a:lvl1pPr>
          </a:lstStyle>
          <a:p>
            <a:pPr>
              <a:defRPr/>
            </a:pPr>
            <a:fld id="{3547F22B-52BB-464C-90D6-CFCF895F5C5C}" type="slidenum">
              <a:rPr lang="fr-FR"/>
              <a:pPr>
                <a:defRPr/>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6"/>
          <p:cNvSpPr>
            <a:spLocks noGrp="1" noChangeArrowheads="1"/>
          </p:cNvSpPr>
          <p:nvPr>
            <p:ph type="sldNum" sz="quarter" idx="10"/>
          </p:nvPr>
        </p:nvSpPr>
        <p:spPr>
          <a:ln/>
        </p:spPr>
        <p:txBody>
          <a:bodyPr/>
          <a:lstStyle>
            <a:lvl1pPr>
              <a:defRPr/>
            </a:lvl1pPr>
          </a:lstStyle>
          <a:p>
            <a:pPr>
              <a:defRPr/>
            </a:pPr>
            <a:fld id="{739EB72C-65A4-45C5-996A-785E34159A49}" type="slidenum">
              <a:rPr lang="fr-FR"/>
              <a:pPr>
                <a:defRPr/>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6"/>
          <p:cNvSpPr>
            <a:spLocks noGrp="1" noChangeArrowheads="1"/>
          </p:cNvSpPr>
          <p:nvPr>
            <p:ph type="sldNum" sz="quarter" idx="10"/>
          </p:nvPr>
        </p:nvSpPr>
        <p:spPr>
          <a:ln/>
        </p:spPr>
        <p:txBody>
          <a:bodyPr/>
          <a:lstStyle>
            <a:lvl1pPr>
              <a:defRPr/>
            </a:lvl1pPr>
          </a:lstStyle>
          <a:p>
            <a:pPr>
              <a:defRPr/>
            </a:pPr>
            <a:fld id="{CE0BD6CD-EF94-4A09-A733-7A6701BC84A8}" type="slidenum">
              <a:rPr lang="fr-FR"/>
              <a:pPr>
                <a:defRPr/>
              </a:pPr>
              <a:t>‹N°›</a:t>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16688" y="44450"/>
            <a:ext cx="1943100" cy="626427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684213" y="44450"/>
            <a:ext cx="5680075" cy="626427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6"/>
          <p:cNvSpPr>
            <a:spLocks noGrp="1" noChangeArrowheads="1"/>
          </p:cNvSpPr>
          <p:nvPr>
            <p:ph type="sldNum" sz="quarter" idx="10"/>
          </p:nvPr>
        </p:nvSpPr>
        <p:spPr>
          <a:ln/>
        </p:spPr>
        <p:txBody>
          <a:bodyPr/>
          <a:lstStyle>
            <a:lvl1pPr>
              <a:defRPr/>
            </a:lvl1pPr>
          </a:lstStyle>
          <a:p>
            <a:pPr>
              <a:defRPr/>
            </a:pPr>
            <a:fld id="{A0224A75-12D2-49CB-B624-924C1D4629C5}" type="slidenum">
              <a:rPr lang="fr-FR"/>
              <a:pPr>
                <a:defRPr/>
              </a:pPr>
              <a:t>‹N°›</a:t>
            </a:fld>
            <a:endParaRPr lang="fr-F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685800" y="44450"/>
            <a:ext cx="7772400" cy="1143000"/>
          </a:xfrm>
        </p:spPr>
        <p:txBody>
          <a:bodyPr/>
          <a:lstStyle/>
          <a:p>
            <a:r>
              <a:rPr lang="fr-FR"/>
              <a:t>Cliquez pour modifier le style du titre</a:t>
            </a:r>
          </a:p>
        </p:txBody>
      </p:sp>
      <p:sp>
        <p:nvSpPr>
          <p:cNvPr id="3" name="Espace réservé du texte 2"/>
          <p:cNvSpPr>
            <a:spLocks noGrp="1"/>
          </p:cNvSpPr>
          <p:nvPr>
            <p:ph type="body" sz="half" idx="1"/>
          </p:nvPr>
        </p:nvSpPr>
        <p:spPr>
          <a:xfrm>
            <a:off x="684213" y="1341438"/>
            <a:ext cx="3811587" cy="49672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341438"/>
            <a:ext cx="3811588" cy="49672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6"/>
          <p:cNvSpPr>
            <a:spLocks noGrp="1" noChangeArrowheads="1"/>
          </p:cNvSpPr>
          <p:nvPr>
            <p:ph type="sldNum" sz="quarter" idx="10"/>
          </p:nvPr>
        </p:nvSpPr>
        <p:spPr>
          <a:ln/>
        </p:spPr>
        <p:txBody>
          <a:bodyPr/>
          <a:lstStyle>
            <a:lvl1pPr>
              <a:defRPr/>
            </a:lvl1pPr>
          </a:lstStyle>
          <a:p>
            <a:pPr>
              <a:defRPr/>
            </a:pPr>
            <a:fld id="{46C571A3-5F14-4374-BCBF-ACAC137999B4}" type="slidenum">
              <a:rPr lang="fr-FR"/>
              <a:pPr>
                <a:defRPr/>
              </a:pPr>
              <a:t>‹N°›</a:t>
            </a:fld>
            <a:endParaRPr lang="fr-F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re. Texte et 2 contenus">
    <p:spTree>
      <p:nvGrpSpPr>
        <p:cNvPr id="1" name=""/>
        <p:cNvGrpSpPr/>
        <p:nvPr/>
      </p:nvGrpSpPr>
      <p:grpSpPr>
        <a:xfrm>
          <a:off x="0" y="0"/>
          <a:ext cx="0" cy="0"/>
          <a:chOff x="0" y="0"/>
          <a:chExt cx="0" cy="0"/>
        </a:xfrm>
      </p:grpSpPr>
      <p:sp>
        <p:nvSpPr>
          <p:cNvPr id="2" name="Titre 1"/>
          <p:cNvSpPr>
            <a:spLocks noGrp="1"/>
          </p:cNvSpPr>
          <p:nvPr>
            <p:ph type="title"/>
          </p:nvPr>
        </p:nvSpPr>
        <p:spPr>
          <a:xfrm>
            <a:off x="685800" y="44450"/>
            <a:ext cx="7772400" cy="1143000"/>
          </a:xfrm>
        </p:spPr>
        <p:txBody>
          <a:bodyPr/>
          <a:lstStyle/>
          <a:p>
            <a:r>
              <a:rPr lang="fr-FR"/>
              <a:t>Cliquez pour modifier le style du titre</a:t>
            </a:r>
          </a:p>
        </p:txBody>
      </p:sp>
      <p:sp>
        <p:nvSpPr>
          <p:cNvPr id="3" name="Espace réservé du texte 2"/>
          <p:cNvSpPr>
            <a:spLocks noGrp="1"/>
          </p:cNvSpPr>
          <p:nvPr>
            <p:ph type="body" sz="half" idx="1"/>
          </p:nvPr>
        </p:nvSpPr>
        <p:spPr>
          <a:xfrm>
            <a:off x="684213" y="1341438"/>
            <a:ext cx="3811587" cy="49672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quarter" idx="2"/>
          </p:nvPr>
        </p:nvSpPr>
        <p:spPr>
          <a:xfrm>
            <a:off x="4648200" y="1341438"/>
            <a:ext cx="3811588" cy="240665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contenu 4"/>
          <p:cNvSpPr>
            <a:spLocks noGrp="1"/>
          </p:cNvSpPr>
          <p:nvPr>
            <p:ph sz="quarter" idx="3"/>
          </p:nvPr>
        </p:nvSpPr>
        <p:spPr>
          <a:xfrm>
            <a:off x="4648200" y="3900488"/>
            <a:ext cx="3811588" cy="24082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Rectangle 6"/>
          <p:cNvSpPr>
            <a:spLocks noGrp="1" noChangeArrowheads="1"/>
          </p:cNvSpPr>
          <p:nvPr>
            <p:ph type="sldNum" sz="quarter" idx="10"/>
          </p:nvPr>
        </p:nvSpPr>
        <p:spPr>
          <a:ln/>
        </p:spPr>
        <p:txBody>
          <a:bodyPr/>
          <a:lstStyle>
            <a:lvl1pPr>
              <a:defRPr/>
            </a:lvl1pPr>
          </a:lstStyle>
          <a:p>
            <a:pPr>
              <a:defRPr/>
            </a:pPr>
            <a:fld id="{19CED9C1-3A5C-40A2-90B3-C09917253A9F}" type="slidenum">
              <a:rPr lang="fr-FR"/>
              <a:pPr>
                <a:defRPr/>
              </a:pPr>
              <a:t>‹N°›</a:t>
            </a:fld>
            <a:endParaRPr lang="fr-F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modele_MQ_2005_v2">
    <p:spTree>
      <p:nvGrpSpPr>
        <p:cNvPr id="1" name=""/>
        <p:cNvGrpSpPr/>
        <p:nvPr/>
      </p:nvGrpSpPr>
      <p:grpSpPr>
        <a:xfrm>
          <a:off x="0" y="0"/>
          <a:ext cx="0" cy="0"/>
          <a:chOff x="0" y="0"/>
          <a:chExt cx="0" cy="0"/>
        </a:xfrm>
      </p:grpSpPr>
      <p:sp>
        <p:nvSpPr>
          <p:cNvPr id="24" name="Shape 24"/>
          <p:cNvSpPr>
            <a:spLocks noGrp="1"/>
          </p:cNvSpPr>
          <p:nvPr>
            <p:ph type="title"/>
          </p:nvPr>
        </p:nvSpPr>
        <p:spPr>
          <a:prstGeom prst="rect">
            <a:avLst/>
          </a:prstGeom>
        </p:spPr>
        <p:txBody>
          <a:bodyPr/>
          <a:lstStyle/>
          <a:p>
            <a:r>
              <a:t>Texte du titre</a:t>
            </a:r>
          </a:p>
        </p:txBody>
      </p:sp>
      <p:sp>
        <p:nvSpPr>
          <p:cNvPr id="25" name="Shape 25"/>
          <p:cNvSpPr>
            <a:spLocks noGrp="1"/>
          </p:cNvSpPr>
          <p:nvPr>
            <p:ph type="body" idx="1"/>
          </p:nvPr>
        </p:nvSpPr>
        <p:spPr>
          <a:prstGeom prst="rect">
            <a:avLst/>
          </a:prstGeom>
        </p:spPr>
        <p:txBody>
          <a:bodyPr/>
          <a:lstStyle/>
          <a:p>
            <a:r>
              <a:t>Texte niveau 1</a:t>
            </a:r>
          </a:p>
          <a:p>
            <a:pPr lvl="1"/>
            <a:r>
              <a:t>Texte niveau 2</a:t>
            </a:r>
          </a:p>
          <a:p>
            <a:pPr lvl="2"/>
            <a:r>
              <a:t>Texte niveau 3</a:t>
            </a:r>
          </a:p>
          <a:p>
            <a:pPr lvl="3"/>
            <a:r>
              <a:t>Texte niveau 4</a:t>
            </a:r>
          </a:p>
          <a:p>
            <a:pPr lvl="4"/>
            <a:r>
              <a:t>Texte niveau 5</a:t>
            </a:r>
          </a:p>
        </p:txBody>
      </p:sp>
      <p:sp>
        <p:nvSpPr>
          <p:cNvPr id="26" name="Shape 26"/>
          <p:cNvSpPr>
            <a:spLocks noGrp="1"/>
          </p:cNvSpPr>
          <p:nvPr>
            <p:ph type="sldNum" sz="quarter" idx="2"/>
          </p:nvPr>
        </p:nvSpPr>
        <p:spPr>
          <a:prstGeom prst="rect">
            <a:avLst/>
          </a:prstGeom>
        </p:spPr>
        <p:txBody>
          <a:bodyPr/>
          <a:lstStyle/>
          <a:p>
            <a:fld id="{86CB4B4D-7CA3-9044-876B-883B54F8677D}" type="slidenum">
              <a:rPr/>
              <a:pPr/>
              <a:t>‹N°›</a:t>
            </a:fld>
            <a:endParaRPr/>
          </a:p>
        </p:txBody>
      </p:sp>
    </p:spTree>
    <p:extLst>
      <p:ext uri="{BB962C8B-B14F-4D97-AF65-F5344CB8AC3E}">
        <p14:creationId xmlns:p14="http://schemas.microsoft.com/office/powerpoint/2010/main" val="283028209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hyperlink" Target="mailto:hai-canh.vu@utc.fr" TargetMode="External"/><Relationship Id="rId2" Type="http://schemas.openxmlformats.org/officeDocument/2006/relationships/slideLayout" Target="../slideLayouts/slideLayout2.xml"/><Relationship Id="rId16" Type="http://schemas.openxmlformats.org/officeDocument/2006/relationships/theme" Target="../theme/theme1.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4445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fr-FR" dirty="0"/>
              <a:t>Cliquez pour modifier le style du titre du masque</a:t>
            </a:r>
          </a:p>
        </p:txBody>
      </p:sp>
      <p:sp>
        <p:nvSpPr>
          <p:cNvPr id="1027" name="Rectangle 3"/>
          <p:cNvSpPr>
            <a:spLocks noGrp="1" noChangeArrowheads="1"/>
          </p:cNvSpPr>
          <p:nvPr>
            <p:ph type="body" idx="1"/>
          </p:nvPr>
        </p:nvSpPr>
        <p:spPr bwMode="auto">
          <a:xfrm>
            <a:off x="684213" y="1341438"/>
            <a:ext cx="7775575" cy="49672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030" name="Rectangle 6"/>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mn-lt"/>
              </a:defRPr>
            </a:lvl1pPr>
          </a:lstStyle>
          <a:p>
            <a:pPr>
              <a:defRPr/>
            </a:pPr>
            <a:fld id="{55539A0A-C0A9-423A-9DF7-980B0A7F21B7}" type="slidenum">
              <a:rPr lang="fr-FR"/>
              <a:pPr>
                <a:defRPr/>
              </a:pPr>
              <a:t>‹N°›</a:t>
            </a:fld>
            <a:endParaRPr lang="fr-FR"/>
          </a:p>
        </p:txBody>
      </p:sp>
      <p:sp>
        <p:nvSpPr>
          <p:cNvPr id="1034" name="Text Box 10"/>
          <p:cNvSpPr txBox="1">
            <a:spLocks noChangeArrowheads="1"/>
          </p:cNvSpPr>
          <p:nvPr userDrawn="1"/>
        </p:nvSpPr>
        <p:spPr bwMode="auto">
          <a:xfrm>
            <a:off x="1547664" y="6497859"/>
            <a:ext cx="2745560" cy="276999"/>
          </a:xfrm>
          <a:prstGeom prst="rect">
            <a:avLst/>
          </a:prstGeom>
          <a:noFill/>
          <a:ln w="9525">
            <a:noFill/>
            <a:miter lim="800000"/>
            <a:headEnd/>
            <a:tailEnd/>
          </a:ln>
          <a:effectLst/>
        </p:spPr>
        <p:txBody>
          <a:bodyPr wrap="none">
            <a:spAutoFit/>
          </a:bodyPr>
          <a:lstStyle/>
          <a:p>
            <a:pPr>
              <a:defRPr/>
            </a:pPr>
            <a:r>
              <a:rPr lang="fr-FR" sz="1200" dirty="0">
                <a:latin typeface="Tahoma" pitchFamily="34" charset="0"/>
              </a:rPr>
              <a:t>Alexandre VU &lt;</a:t>
            </a:r>
            <a:r>
              <a:rPr lang="fr-FR" sz="1200" dirty="0">
                <a:solidFill>
                  <a:schemeClr val="tx1"/>
                </a:solidFill>
                <a:latin typeface="Tahoma" pitchFamily="34" charset="0"/>
                <a:hlinkClick r:id="rId17">
                  <a:extLst>
                    <a:ext uri="{A12FA001-AC4F-418D-AE19-62706E023703}">
                      <ahyp:hlinkClr xmlns:ahyp="http://schemas.microsoft.com/office/drawing/2018/hyperlinkcolor" val="tx"/>
                    </a:ext>
                  </a:extLst>
                </a:hlinkClick>
              </a:rPr>
              <a:t>alexandre.vu@utc.fr</a:t>
            </a:r>
            <a:r>
              <a:rPr lang="fr-FR" sz="1200" dirty="0">
                <a:latin typeface="Tahoma" pitchFamily="34" charset="0"/>
              </a:rPr>
              <a:t>&gt;</a:t>
            </a:r>
          </a:p>
        </p:txBody>
      </p:sp>
      <p:sp>
        <p:nvSpPr>
          <p:cNvPr id="1035" name="Line 11"/>
          <p:cNvSpPr>
            <a:spLocks noChangeShapeType="1"/>
          </p:cNvSpPr>
          <p:nvPr userDrawn="1"/>
        </p:nvSpPr>
        <p:spPr bwMode="auto">
          <a:xfrm>
            <a:off x="609600" y="6400800"/>
            <a:ext cx="7772400" cy="0"/>
          </a:xfrm>
          <a:prstGeom prst="line">
            <a:avLst/>
          </a:prstGeom>
          <a:noFill/>
          <a:ln w="9525">
            <a:solidFill>
              <a:schemeClr val="tx1"/>
            </a:solidFill>
            <a:round/>
            <a:headEnd/>
            <a:tailEnd/>
          </a:ln>
          <a:effectLst/>
        </p:spPr>
        <p:txBody>
          <a:bodyPr/>
          <a:lstStyle/>
          <a:p>
            <a:pPr>
              <a:defRPr/>
            </a:pPr>
            <a:endParaRPr lang="fr-FR"/>
          </a:p>
        </p:txBody>
      </p:sp>
      <p:pic>
        <p:nvPicPr>
          <p:cNvPr id="7" name="Image 6">
            <a:extLst>
              <a:ext uri="{FF2B5EF4-FFF2-40B4-BE49-F238E27FC236}">
                <a16:creationId xmlns:a16="http://schemas.microsoft.com/office/drawing/2014/main" id="{7D066531-D292-4236-8DFC-430FCF963DA9}"/>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539552" y="6442708"/>
            <a:ext cx="859867" cy="415292"/>
          </a:xfrm>
          <a:prstGeom prst="rect">
            <a:avLst/>
          </a:prstGeom>
        </p:spPr>
      </p:pic>
      <p:pic>
        <p:nvPicPr>
          <p:cNvPr id="8" name="图片 5">
            <a:extLst>
              <a:ext uri="{FF2B5EF4-FFF2-40B4-BE49-F238E27FC236}">
                <a16:creationId xmlns:a16="http://schemas.microsoft.com/office/drawing/2014/main" id="{7E089F04-4EAC-460B-BF77-6691168EA7A5}"/>
              </a:ext>
            </a:extLst>
          </p:cNvPr>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4283968" y="6385410"/>
            <a:ext cx="1215809" cy="472590"/>
          </a:xfrm>
          <a:prstGeom prst="rect">
            <a:avLst/>
          </a:prstGeom>
        </p:spPr>
      </p:pic>
    </p:spTree>
  </p:cSld>
  <p:clrMap bg1="lt1" tx1="dk1" bg2="lt2" tx2="dk2" accent1="accent1" accent2="accent2" accent3="accent3" accent4="accent4" accent5="accent5" accent6="accent6" hlink="hlink" folHlink="folHlink"/>
  <p:sldLayoutIdLst>
    <p:sldLayoutId id="2147483663"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hdr="0" ftr="0" dt="0"/>
  <p:txStyles>
    <p:titleStyle>
      <a:lvl1pPr algn="ctr" rtl="0" eaLnBrk="0" fontAlgn="base" hangingPunct="0">
        <a:spcBef>
          <a:spcPct val="0"/>
        </a:spcBef>
        <a:spcAft>
          <a:spcPct val="0"/>
        </a:spcAft>
        <a:defRPr sz="3600">
          <a:solidFill>
            <a:schemeClr val="tx2"/>
          </a:solidFill>
          <a:latin typeface="Calibri" panose="020F0502020204030204" pitchFamily="34" charset="0"/>
          <a:ea typeface="+mj-ea"/>
          <a:cs typeface="Calibri" panose="020F0502020204030204" pitchFamily="34" charset="0"/>
        </a:defRPr>
      </a:lvl1pPr>
      <a:lvl2pPr algn="ctr" rtl="0" eaLnBrk="0" fontAlgn="base" hangingPunct="0">
        <a:spcBef>
          <a:spcPct val="0"/>
        </a:spcBef>
        <a:spcAft>
          <a:spcPct val="0"/>
        </a:spcAft>
        <a:defRPr sz="3600">
          <a:solidFill>
            <a:schemeClr val="tx2"/>
          </a:solidFill>
          <a:latin typeface="Comic Sans MS" pitchFamily="66" charset="0"/>
        </a:defRPr>
      </a:lvl2pPr>
      <a:lvl3pPr algn="ctr" rtl="0" eaLnBrk="0" fontAlgn="base" hangingPunct="0">
        <a:spcBef>
          <a:spcPct val="0"/>
        </a:spcBef>
        <a:spcAft>
          <a:spcPct val="0"/>
        </a:spcAft>
        <a:defRPr sz="3600">
          <a:solidFill>
            <a:schemeClr val="tx2"/>
          </a:solidFill>
          <a:latin typeface="Comic Sans MS" pitchFamily="66" charset="0"/>
        </a:defRPr>
      </a:lvl3pPr>
      <a:lvl4pPr algn="ctr" rtl="0" eaLnBrk="0" fontAlgn="base" hangingPunct="0">
        <a:spcBef>
          <a:spcPct val="0"/>
        </a:spcBef>
        <a:spcAft>
          <a:spcPct val="0"/>
        </a:spcAft>
        <a:defRPr sz="3600">
          <a:solidFill>
            <a:schemeClr val="tx2"/>
          </a:solidFill>
          <a:latin typeface="Comic Sans MS" pitchFamily="66" charset="0"/>
        </a:defRPr>
      </a:lvl4pPr>
      <a:lvl5pPr algn="ctr" rtl="0" eaLnBrk="0" fontAlgn="base" hangingPunct="0">
        <a:spcBef>
          <a:spcPct val="0"/>
        </a:spcBef>
        <a:spcAft>
          <a:spcPct val="0"/>
        </a:spcAft>
        <a:defRPr sz="3600">
          <a:solidFill>
            <a:schemeClr val="tx2"/>
          </a:solidFill>
          <a:latin typeface="Comic Sans MS" pitchFamily="66" charset="0"/>
        </a:defRPr>
      </a:lvl5pPr>
      <a:lvl6pPr marL="457200" algn="ctr" rtl="0" fontAlgn="base">
        <a:spcBef>
          <a:spcPct val="0"/>
        </a:spcBef>
        <a:spcAft>
          <a:spcPct val="0"/>
        </a:spcAft>
        <a:defRPr sz="3600">
          <a:solidFill>
            <a:schemeClr val="tx2"/>
          </a:solidFill>
          <a:latin typeface="Comic Sans MS" pitchFamily="66" charset="0"/>
        </a:defRPr>
      </a:lvl6pPr>
      <a:lvl7pPr marL="914400" algn="ctr" rtl="0" fontAlgn="base">
        <a:spcBef>
          <a:spcPct val="0"/>
        </a:spcBef>
        <a:spcAft>
          <a:spcPct val="0"/>
        </a:spcAft>
        <a:defRPr sz="3600">
          <a:solidFill>
            <a:schemeClr val="tx2"/>
          </a:solidFill>
          <a:latin typeface="Comic Sans MS" pitchFamily="66" charset="0"/>
        </a:defRPr>
      </a:lvl7pPr>
      <a:lvl8pPr marL="1371600" algn="ctr" rtl="0" fontAlgn="base">
        <a:spcBef>
          <a:spcPct val="0"/>
        </a:spcBef>
        <a:spcAft>
          <a:spcPct val="0"/>
        </a:spcAft>
        <a:defRPr sz="3600">
          <a:solidFill>
            <a:schemeClr val="tx2"/>
          </a:solidFill>
          <a:latin typeface="Comic Sans MS" pitchFamily="66" charset="0"/>
        </a:defRPr>
      </a:lvl8pPr>
      <a:lvl9pPr marL="1828800" algn="ctr" rtl="0" fontAlgn="base">
        <a:spcBef>
          <a:spcPct val="0"/>
        </a:spcBef>
        <a:spcAft>
          <a:spcPct val="0"/>
        </a:spcAft>
        <a:defRPr sz="36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Blip>
          <a:blip r:embed="rId20"/>
        </a:buBlip>
        <a:defRPr sz="3200">
          <a:solidFill>
            <a:srgbClr val="000000"/>
          </a:solidFill>
          <a:latin typeface="Calibri" panose="020F0502020204030204" pitchFamily="34" charset="0"/>
          <a:ea typeface="+mn-ea"/>
          <a:cs typeface="Calibri" panose="020F0502020204030204" pitchFamily="34" charset="0"/>
        </a:defRPr>
      </a:lvl1pPr>
      <a:lvl2pPr marL="742950" indent="-285750" algn="l" rtl="0" eaLnBrk="0" fontAlgn="base" hangingPunct="0">
        <a:spcBef>
          <a:spcPct val="20000"/>
        </a:spcBef>
        <a:spcAft>
          <a:spcPct val="0"/>
        </a:spcAft>
        <a:buBlip>
          <a:blip r:embed="rId21"/>
        </a:buBlip>
        <a:defRPr sz="2800">
          <a:solidFill>
            <a:schemeClr val="tx1"/>
          </a:solidFill>
          <a:latin typeface="Calibri" panose="020F0502020204030204" pitchFamily="34" charset="0"/>
          <a:cs typeface="Calibri" panose="020F0502020204030204" pitchFamily="34" charset="0"/>
        </a:defRPr>
      </a:lvl2pPr>
      <a:lvl3pPr marL="1143000" indent="-228600" algn="l" rtl="0" eaLnBrk="0" fontAlgn="base" hangingPunct="0">
        <a:spcBef>
          <a:spcPct val="20000"/>
        </a:spcBef>
        <a:spcAft>
          <a:spcPct val="0"/>
        </a:spcAft>
        <a:buChar char="•"/>
        <a:defRPr sz="2400">
          <a:solidFill>
            <a:schemeClr val="tx1"/>
          </a:solidFill>
          <a:latin typeface="Calibri" panose="020F0502020204030204" pitchFamily="34" charset="0"/>
          <a:cs typeface="Calibri" panose="020F0502020204030204" pitchFamily="34" charset="0"/>
        </a:defRPr>
      </a:lvl3pPr>
      <a:lvl4pPr marL="1600200" indent="-228600" algn="l" rtl="0" eaLnBrk="0" fontAlgn="base" hangingPunct="0">
        <a:spcBef>
          <a:spcPct val="20000"/>
        </a:spcBef>
        <a:spcAft>
          <a:spcPct val="0"/>
        </a:spcAft>
        <a:buChar char="–"/>
        <a:defRPr sz="2000">
          <a:solidFill>
            <a:srgbClr val="000000"/>
          </a:solidFill>
          <a:latin typeface="Calibri" panose="020F0502020204030204" pitchFamily="34" charset="0"/>
          <a:cs typeface="Calibri" panose="020F0502020204030204" pitchFamily="34" charset="0"/>
        </a:defRPr>
      </a:lvl4pPr>
      <a:lvl5pPr marL="2057400" indent="-228600" algn="l" rtl="0" eaLnBrk="0" fontAlgn="base" hangingPunct="0">
        <a:spcBef>
          <a:spcPct val="20000"/>
        </a:spcBef>
        <a:spcAft>
          <a:spcPct val="0"/>
        </a:spcAft>
        <a:buChar char="»"/>
        <a:defRPr sz="2000">
          <a:solidFill>
            <a:schemeClr val="tx1"/>
          </a:solidFill>
          <a:latin typeface="Calibri" panose="020F0502020204030204" pitchFamily="34" charset="0"/>
          <a:cs typeface="Calibri" panose="020F0502020204030204"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0"/>
          </p:nvPr>
        </p:nvSpPr>
        <p:spPr/>
        <p:txBody>
          <a:bodyPr/>
          <a:lstStyle/>
          <a:p>
            <a:pPr>
              <a:defRPr/>
            </a:pPr>
            <a:fld id="{04D41EB2-F63E-499E-9A46-AC24ACFC774F}" type="slidenum">
              <a:rPr lang="fr-FR"/>
              <a:pPr>
                <a:defRPr/>
              </a:pPr>
              <a:t>1</a:t>
            </a:fld>
            <a:endParaRPr lang="fr-FR" dirty="0"/>
          </a:p>
        </p:txBody>
      </p:sp>
      <p:sp>
        <p:nvSpPr>
          <p:cNvPr id="2051" name="Rectangle 2"/>
          <p:cNvSpPr>
            <a:spLocks noGrp="1" noChangeArrowheads="1"/>
          </p:cNvSpPr>
          <p:nvPr>
            <p:ph type="ctrTitle"/>
          </p:nvPr>
        </p:nvSpPr>
        <p:spPr>
          <a:xfrm>
            <a:off x="827584" y="0"/>
            <a:ext cx="7772400" cy="1800200"/>
          </a:xfrm>
        </p:spPr>
        <p:txBody>
          <a:bodyPr/>
          <a:lstStyle/>
          <a:p>
            <a:pPr eaLnBrk="1" hangingPunct="1"/>
            <a:r>
              <a:rPr lang="fr-FR" b="1" dirty="0">
                <a:solidFill>
                  <a:schemeClr val="accent2"/>
                </a:solidFill>
              </a:rPr>
              <a:t>FQ01 - Management de la Qualité</a:t>
            </a:r>
            <a:r>
              <a:rPr lang="fr-FR" dirty="0">
                <a:solidFill>
                  <a:schemeClr val="accent2"/>
                </a:solidFill>
              </a:rPr>
              <a:t>  </a:t>
            </a:r>
          </a:p>
        </p:txBody>
      </p:sp>
      <p:sp>
        <p:nvSpPr>
          <p:cNvPr id="3" name="Rectangle 2">
            <a:extLst>
              <a:ext uri="{FF2B5EF4-FFF2-40B4-BE49-F238E27FC236}">
                <a16:creationId xmlns:a16="http://schemas.microsoft.com/office/drawing/2014/main" id="{A3B0F810-9C08-4269-B51E-B33846FD6DC5}"/>
              </a:ext>
            </a:extLst>
          </p:cNvPr>
          <p:cNvSpPr/>
          <p:nvPr/>
        </p:nvSpPr>
        <p:spPr>
          <a:xfrm>
            <a:off x="2771800" y="5835302"/>
            <a:ext cx="3408305" cy="461665"/>
          </a:xfrm>
          <a:prstGeom prst="rect">
            <a:avLst/>
          </a:prstGeom>
        </p:spPr>
        <p:txBody>
          <a:bodyPr wrap="none">
            <a:spAutoFit/>
          </a:bodyPr>
          <a:lstStyle/>
          <a:p>
            <a:r>
              <a:rPr lang="fr-FR" sz="2400" b="1" dirty="0">
                <a:latin typeface="Calibri" panose="020F0502020204030204" pitchFamily="34" charset="0"/>
                <a:ea typeface="+mj-ea"/>
                <a:cs typeface="Calibri" panose="020F0502020204030204" pitchFamily="34" charset="0"/>
              </a:rPr>
              <a:t>UTSEUS - Printemps 2026</a:t>
            </a:r>
          </a:p>
        </p:txBody>
      </p:sp>
      <p:sp>
        <p:nvSpPr>
          <p:cNvPr id="6" name="Rectangle 5">
            <a:extLst>
              <a:ext uri="{FF2B5EF4-FFF2-40B4-BE49-F238E27FC236}">
                <a16:creationId xmlns:a16="http://schemas.microsoft.com/office/drawing/2014/main" id="{BDE0A91C-A28A-4F0C-A659-BBE9218340FD}"/>
              </a:ext>
            </a:extLst>
          </p:cNvPr>
          <p:cNvSpPr/>
          <p:nvPr/>
        </p:nvSpPr>
        <p:spPr>
          <a:xfrm>
            <a:off x="2286617" y="1477034"/>
            <a:ext cx="4559261" cy="646331"/>
          </a:xfrm>
          <a:prstGeom prst="rect">
            <a:avLst/>
          </a:prstGeom>
        </p:spPr>
        <p:txBody>
          <a:bodyPr wrap="none">
            <a:spAutoFit/>
          </a:bodyPr>
          <a:lstStyle/>
          <a:p>
            <a:r>
              <a:rPr lang="fr-FR" sz="3600" b="1" dirty="0">
                <a:solidFill>
                  <a:srgbClr val="FF0000"/>
                </a:solidFill>
                <a:latin typeface="Calibri" panose="020F0502020204030204" pitchFamily="34" charset="0"/>
                <a:ea typeface="+mj-ea"/>
                <a:cs typeface="Calibri" panose="020F0502020204030204" pitchFamily="34" charset="0"/>
              </a:rPr>
              <a:t>Amélioration Continue</a:t>
            </a:r>
          </a:p>
        </p:txBody>
      </p:sp>
      <p:pic>
        <p:nvPicPr>
          <p:cNvPr id="2" name="Image 1">
            <a:extLst>
              <a:ext uri="{FF2B5EF4-FFF2-40B4-BE49-F238E27FC236}">
                <a16:creationId xmlns:a16="http://schemas.microsoft.com/office/drawing/2014/main" id="{463D1A63-AFDF-44A9-8421-180E8AFABDD4}"/>
              </a:ext>
            </a:extLst>
          </p:cNvPr>
          <p:cNvPicPr>
            <a:picLocks noChangeAspect="1"/>
          </p:cNvPicPr>
          <p:nvPr/>
        </p:nvPicPr>
        <p:blipFill>
          <a:blip r:embed="rId2"/>
          <a:stretch>
            <a:fillRect/>
          </a:stretch>
        </p:blipFill>
        <p:spPr>
          <a:xfrm>
            <a:off x="2559918" y="2269546"/>
            <a:ext cx="3841686" cy="34195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7999E011-D2BB-4E78-ACCB-DAB5F87B62FB}" type="slidenum">
              <a:rPr lang="fr-FR"/>
              <a:pPr>
                <a:defRPr/>
              </a:pPr>
              <a:t>2</a:t>
            </a:fld>
            <a:endParaRPr lang="fr-FR"/>
          </a:p>
        </p:txBody>
      </p:sp>
      <p:sp>
        <p:nvSpPr>
          <p:cNvPr id="25603" name="Rectangle 2"/>
          <p:cNvSpPr>
            <a:spLocks noGrp="1" noChangeArrowheads="1"/>
          </p:cNvSpPr>
          <p:nvPr>
            <p:ph type="title"/>
          </p:nvPr>
        </p:nvSpPr>
        <p:spPr>
          <a:xfrm>
            <a:off x="0" y="-27384"/>
            <a:ext cx="9144000" cy="580926"/>
          </a:xfrm>
        </p:spPr>
        <p:txBody>
          <a:bodyPr/>
          <a:lstStyle/>
          <a:p>
            <a:pPr eaLnBrk="1" hangingPunct="1"/>
            <a:r>
              <a:rPr lang="fr-FR" b="1" dirty="0"/>
              <a:t>Pareto</a:t>
            </a:r>
            <a:endParaRPr lang="fr-FR" dirty="0"/>
          </a:p>
        </p:txBody>
      </p:sp>
      <p:sp>
        <p:nvSpPr>
          <p:cNvPr id="6" name="ZoneTexte 5">
            <a:extLst>
              <a:ext uri="{FF2B5EF4-FFF2-40B4-BE49-F238E27FC236}">
                <a16:creationId xmlns:a16="http://schemas.microsoft.com/office/drawing/2014/main" id="{24B376AD-2D05-4125-B28D-FE5CF92E2D1A}"/>
              </a:ext>
            </a:extLst>
          </p:cNvPr>
          <p:cNvSpPr txBox="1"/>
          <p:nvPr/>
        </p:nvSpPr>
        <p:spPr>
          <a:xfrm>
            <a:off x="164143" y="569192"/>
            <a:ext cx="740908" cy="400110"/>
          </a:xfrm>
          <a:prstGeom prst="rect">
            <a:avLst/>
          </a:prstGeom>
          <a:noFill/>
        </p:spPr>
        <p:txBody>
          <a:bodyPr wrap="none" rtlCol="0">
            <a:spAutoFit/>
          </a:bodyPr>
          <a:lstStyle/>
          <a:p>
            <a:r>
              <a:rPr lang="fr-FR" b="1" dirty="0">
                <a:solidFill>
                  <a:schemeClr val="accent6"/>
                </a:solidFill>
              </a:rPr>
              <a:t>Ex01</a:t>
            </a:r>
          </a:p>
        </p:txBody>
      </p:sp>
      <p:pic>
        <p:nvPicPr>
          <p:cNvPr id="2050" name="Image 15">
            <a:extLst>
              <a:ext uri="{FF2B5EF4-FFF2-40B4-BE49-F238E27FC236}">
                <a16:creationId xmlns:a16="http://schemas.microsoft.com/office/drawing/2014/main" id="{8E35AFFA-3E49-4DA7-97D8-3330B3273E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0318" y="3447555"/>
            <a:ext cx="6583363" cy="278923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440AEB61-840C-4DF2-9576-6F555B686073}"/>
              </a:ext>
            </a:extLst>
          </p:cNvPr>
          <p:cNvSpPr>
            <a:spLocks noChangeArrowheads="1"/>
          </p:cNvSpPr>
          <p:nvPr/>
        </p:nvSpPr>
        <p:spPr bwMode="auto">
          <a:xfrm>
            <a:off x="132609" y="1021762"/>
            <a:ext cx="8878782"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Priorisation des causes avec la méthode de Pareto</a:t>
            </a:r>
            <a:endParaRPr kumimoji="0" lang="fr-FR" altLang="fr-FR" sz="6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Une entreprise de vente en ligne souhaite améliorer son service client après avoir constaté une hausse des réclamations de ses clients.  Ces réclamations concernent divers problèmes (retards de livraison, erreurs de commande, mauvais emballage, etc.).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Votre objectif est d'analyser les données des réclamations afin d’identifier les principales causes en appliquant la méthode de Pareto.  Voici un tableau récapitulatif des réclamations clients collectées sur le dernier mois :</a:t>
            </a:r>
            <a:endParaRPr kumimoji="0" lang="fr-FR" altLang="fr-FR" sz="6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81324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7999E011-D2BB-4E78-ACCB-DAB5F87B62FB}" type="slidenum">
              <a:rPr lang="fr-FR"/>
              <a:pPr>
                <a:defRPr/>
              </a:pPr>
              <a:t>3</a:t>
            </a:fld>
            <a:endParaRPr lang="fr-FR"/>
          </a:p>
        </p:txBody>
      </p:sp>
      <p:sp>
        <p:nvSpPr>
          <p:cNvPr id="25603" name="Rectangle 2"/>
          <p:cNvSpPr>
            <a:spLocks noGrp="1" noChangeArrowheads="1"/>
          </p:cNvSpPr>
          <p:nvPr>
            <p:ph type="title"/>
          </p:nvPr>
        </p:nvSpPr>
        <p:spPr>
          <a:xfrm>
            <a:off x="0" y="-27384"/>
            <a:ext cx="9144000" cy="580926"/>
          </a:xfrm>
        </p:spPr>
        <p:txBody>
          <a:bodyPr/>
          <a:lstStyle/>
          <a:p>
            <a:pPr eaLnBrk="1" hangingPunct="1"/>
            <a:r>
              <a:rPr lang="fr-FR" b="1" dirty="0"/>
              <a:t>SWOT</a:t>
            </a:r>
            <a:endParaRPr lang="fr-FR" dirty="0"/>
          </a:p>
        </p:txBody>
      </p:sp>
      <p:sp>
        <p:nvSpPr>
          <p:cNvPr id="2" name="Rectangle 1">
            <a:extLst>
              <a:ext uri="{FF2B5EF4-FFF2-40B4-BE49-F238E27FC236}">
                <a16:creationId xmlns:a16="http://schemas.microsoft.com/office/drawing/2014/main" id="{935DD685-5561-4726-8B9D-13566071108F}"/>
              </a:ext>
            </a:extLst>
          </p:cNvPr>
          <p:cNvSpPr/>
          <p:nvPr/>
        </p:nvSpPr>
        <p:spPr>
          <a:xfrm>
            <a:off x="467544" y="836712"/>
            <a:ext cx="7920880" cy="4307398"/>
          </a:xfrm>
          <a:prstGeom prst="rect">
            <a:avLst/>
          </a:prstGeom>
        </p:spPr>
        <p:txBody>
          <a:bodyPr wrap="square">
            <a:spAutoFit/>
          </a:bodyPr>
          <a:lstStyle/>
          <a:p>
            <a:pPr algn="just">
              <a:lnSpc>
                <a:spcPct val="200000"/>
              </a:lnSpc>
            </a:pPr>
            <a:r>
              <a:rPr lang="fr-FR" b="1" dirty="0">
                <a:solidFill>
                  <a:srgbClr val="FF0000"/>
                </a:solidFill>
              </a:rPr>
              <a:t>Problème: </a:t>
            </a:r>
            <a:r>
              <a:rPr lang="fr-FR" b="1" dirty="0"/>
              <a:t>Retards fréquents dans l’approvisionnement d’un supermarché</a:t>
            </a:r>
          </a:p>
          <a:p>
            <a:pPr algn="just">
              <a:lnSpc>
                <a:spcPct val="200000"/>
              </a:lnSpc>
            </a:pPr>
            <a:r>
              <a:rPr lang="fr-FR" dirty="0"/>
              <a:t>Un supermarché rencontre des retards de livraison qui entraînent des ruptures de stock et une insatisfaction des clients.</a:t>
            </a:r>
          </a:p>
          <a:p>
            <a:pPr algn="just">
              <a:lnSpc>
                <a:spcPct val="200000"/>
              </a:lnSpc>
            </a:pPr>
            <a:r>
              <a:rPr lang="fr-FR" b="1" dirty="0">
                <a:solidFill>
                  <a:srgbClr val="FF0000"/>
                </a:solidFill>
              </a:rPr>
              <a:t>Solutions envisagées :</a:t>
            </a:r>
          </a:p>
          <a:p>
            <a:pPr algn="just">
              <a:lnSpc>
                <a:spcPct val="200000"/>
              </a:lnSpc>
              <a:buFont typeface="+mj-lt"/>
              <a:buAutoNum type="arabicPeriod"/>
            </a:pPr>
            <a:r>
              <a:rPr lang="fr-FR" b="1" dirty="0"/>
              <a:t> Changer de fournisseur pour un plus fiable.</a:t>
            </a:r>
            <a:endParaRPr lang="fr-FR" dirty="0"/>
          </a:p>
          <a:p>
            <a:pPr algn="just">
              <a:lnSpc>
                <a:spcPct val="200000"/>
              </a:lnSpc>
              <a:buFont typeface="+mj-lt"/>
              <a:buAutoNum type="arabicPeriod"/>
            </a:pPr>
            <a:r>
              <a:rPr lang="fr-FR" b="1" dirty="0"/>
              <a:t> Augmenter le stock de sécurité pour anticiper les retards.</a:t>
            </a:r>
            <a:endParaRPr lang="fr-FR" dirty="0"/>
          </a:p>
        </p:txBody>
      </p:sp>
      <p:sp>
        <p:nvSpPr>
          <p:cNvPr id="5" name="Rectangle 4">
            <a:extLst>
              <a:ext uri="{FF2B5EF4-FFF2-40B4-BE49-F238E27FC236}">
                <a16:creationId xmlns:a16="http://schemas.microsoft.com/office/drawing/2014/main" id="{64E6ECAF-AD06-42CC-B8B4-1F968D727EE4}"/>
              </a:ext>
            </a:extLst>
          </p:cNvPr>
          <p:cNvSpPr/>
          <p:nvPr/>
        </p:nvSpPr>
        <p:spPr>
          <a:xfrm>
            <a:off x="2969542" y="5572400"/>
            <a:ext cx="3333157" cy="400110"/>
          </a:xfrm>
          <a:prstGeom prst="rect">
            <a:avLst/>
          </a:prstGeom>
        </p:spPr>
        <p:txBody>
          <a:bodyPr wrap="none">
            <a:spAutoFit/>
          </a:bodyPr>
          <a:lstStyle/>
          <a:p>
            <a:r>
              <a:rPr lang="fr-FR" b="1" dirty="0">
                <a:solidFill>
                  <a:srgbClr val="FF0000"/>
                </a:solidFill>
              </a:rPr>
              <a:t>Analyse SWOT des solutions</a:t>
            </a:r>
          </a:p>
        </p:txBody>
      </p:sp>
      <p:sp>
        <p:nvSpPr>
          <p:cNvPr id="6" name="ZoneTexte 5">
            <a:extLst>
              <a:ext uri="{FF2B5EF4-FFF2-40B4-BE49-F238E27FC236}">
                <a16:creationId xmlns:a16="http://schemas.microsoft.com/office/drawing/2014/main" id="{24B376AD-2D05-4125-B28D-FE5CF92E2D1A}"/>
              </a:ext>
            </a:extLst>
          </p:cNvPr>
          <p:cNvSpPr txBox="1"/>
          <p:nvPr/>
        </p:nvSpPr>
        <p:spPr>
          <a:xfrm>
            <a:off x="467544" y="588875"/>
            <a:ext cx="740908" cy="400110"/>
          </a:xfrm>
          <a:prstGeom prst="rect">
            <a:avLst/>
          </a:prstGeom>
          <a:noFill/>
        </p:spPr>
        <p:txBody>
          <a:bodyPr wrap="none" rtlCol="0">
            <a:spAutoFit/>
          </a:bodyPr>
          <a:lstStyle/>
          <a:p>
            <a:r>
              <a:rPr lang="fr-FR" b="1" dirty="0">
                <a:solidFill>
                  <a:schemeClr val="accent6"/>
                </a:solidFill>
              </a:rPr>
              <a:t>Ex02</a:t>
            </a:r>
          </a:p>
        </p:txBody>
      </p:sp>
    </p:spTree>
    <p:extLst>
      <p:ext uri="{BB962C8B-B14F-4D97-AF65-F5344CB8AC3E}">
        <p14:creationId xmlns:p14="http://schemas.microsoft.com/office/powerpoint/2010/main" val="2803157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7999E011-D2BB-4E78-ACCB-DAB5F87B62FB}" type="slidenum">
              <a:rPr lang="fr-FR"/>
              <a:pPr>
                <a:defRPr/>
              </a:pPr>
              <a:t>4</a:t>
            </a:fld>
            <a:endParaRPr lang="fr-FR"/>
          </a:p>
        </p:txBody>
      </p:sp>
      <p:sp>
        <p:nvSpPr>
          <p:cNvPr id="25603" name="Rectangle 2"/>
          <p:cNvSpPr>
            <a:spLocks noGrp="1" noChangeArrowheads="1"/>
          </p:cNvSpPr>
          <p:nvPr>
            <p:ph type="title"/>
          </p:nvPr>
        </p:nvSpPr>
        <p:spPr>
          <a:xfrm>
            <a:off x="0" y="-27384"/>
            <a:ext cx="9144000" cy="580926"/>
          </a:xfrm>
        </p:spPr>
        <p:txBody>
          <a:bodyPr/>
          <a:lstStyle/>
          <a:p>
            <a:pPr eaLnBrk="1" hangingPunct="1"/>
            <a:r>
              <a:rPr lang="fr-FR" b="1" dirty="0"/>
              <a:t>SWOT</a:t>
            </a:r>
            <a:endParaRPr lang="fr-FR" dirty="0"/>
          </a:p>
        </p:txBody>
      </p:sp>
      <p:sp>
        <p:nvSpPr>
          <p:cNvPr id="2" name="Rectangle 1">
            <a:extLst>
              <a:ext uri="{FF2B5EF4-FFF2-40B4-BE49-F238E27FC236}">
                <a16:creationId xmlns:a16="http://schemas.microsoft.com/office/drawing/2014/main" id="{935DD685-5561-4726-8B9D-13566071108F}"/>
              </a:ext>
            </a:extLst>
          </p:cNvPr>
          <p:cNvSpPr/>
          <p:nvPr/>
        </p:nvSpPr>
        <p:spPr>
          <a:xfrm>
            <a:off x="467544" y="1131558"/>
            <a:ext cx="7920880" cy="3076291"/>
          </a:xfrm>
          <a:prstGeom prst="rect">
            <a:avLst/>
          </a:prstGeom>
        </p:spPr>
        <p:txBody>
          <a:bodyPr wrap="square">
            <a:spAutoFit/>
          </a:bodyPr>
          <a:lstStyle/>
          <a:p>
            <a:r>
              <a:rPr lang="fr-FR" b="1" dirty="0">
                <a:solidFill>
                  <a:srgbClr val="FF0000"/>
                </a:solidFill>
              </a:rPr>
              <a:t>Problème: </a:t>
            </a:r>
            <a:r>
              <a:rPr lang="fr-FR" b="1" dirty="0"/>
              <a:t>Gérer le manque de temps pour faire du sport</a:t>
            </a:r>
          </a:p>
          <a:p>
            <a:endParaRPr lang="fr-FR" dirty="0"/>
          </a:p>
          <a:p>
            <a:r>
              <a:rPr lang="fr-FR" dirty="0"/>
              <a:t>Tu veux faire du sport régulièrement, mais ton emploi du temps chargé t’empêche de t’y tenir.</a:t>
            </a:r>
          </a:p>
          <a:p>
            <a:pPr algn="just">
              <a:lnSpc>
                <a:spcPct val="200000"/>
              </a:lnSpc>
            </a:pPr>
            <a:r>
              <a:rPr lang="fr-FR" b="1" dirty="0">
                <a:solidFill>
                  <a:srgbClr val="FF0000"/>
                </a:solidFill>
              </a:rPr>
              <a:t>Solutions envisagées :</a:t>
            </a:r>
          </a:p>
          <a:p>
            <a:pPr algn="just">
              <a:lnSpc>
                <a:spcPct val="200000"/>
              </a:lnSpc>
              <a:buFont typeface="+mj-lt"/>
              <a:buAutoNum type="arabicPeriod"/>
            </a:pPr>
            <a:r>
              <a:rPr lang="fr-FR" b="1" dirty="0"/>
              <a:t> Faire du sport à la maison (ex. : fitness, yoga).</a:t>
            </a:r>
            <a:endParaRPr lang="fr-FR" dirty="0"/>
          </a:p>
          <a:p>
            <a:pPr algn="just">
              <a:lnSpc>
                <a:spcPct val="200000"/>
              </a:lnSpc>
              <a:buFont typeface="+mj-lt"/>
              <a:buAutoNum type="arabicPeriod"/>
            </a:pPr>
            <a:r>
              <a:rPr lang="fr-FR" b="1" dirty="0"/>
              <a:t> S’inscrire à une salle de sport près du travail/domicile,</a:t>
            </a:r>
            <a:endParaRPr lang="fr-FR" dirty="0"/>
          </a:p>
        </p:txBody>
      </p:sp>
      <p:sp>
        <p:nvSpPr>
          <p:cNvPr id="5" name="Rectangle 4">
            <a:extLst>
              <a:ext uri="{FF2B5EF4-FFF2-40B4-BE49-F238E27FC236}">
                <a16:creationId xmlns:a16="http://schemas.microsoft.com/office/drawing/2014/main" id="{64E6ECAF-AD06-42CC-B8B4-1F968D727EE4}"/>
              </a:ext>
            </a:extLst>
          </p:cNvPr>
          <p:cNvSpPr/>
          <p:nvPr/>
        </p:nvSpPr>
        <p:spPr>
          <a:xfrm>
            <a:off x="2699792" y="5013176"/>
            <a:ext cx="3333157" cy="400110"/>
          </a:xfrm>
          <a:prstGeom prst="rect">
            <a:avLst/>
          </a:prstGeom>
        </p:spPr>
        <p:txBody>
          <a:bodyPr wrap="none">
            <a:spAutoFit/>
          </a:bodyPr>
          <a:lstStyle/>
          <a:p>
            <a:r>
              <a:rPr lang="fr-FR" b="1" dirty="0">
                <a:solidFill>
                  <a:srgbClr val="FF0000"/>
                </a:solidFill>
              </a:rPr>
              <a:t>Analyse SWOT des solutions</a:t>
            </a:r>
          </a:p>
        </p:txBody>
      </p:sp>
      <p:sp>
        <p:nvSpPr>
          <p:cNvPr id="6" name="ZoneTexte 5">
            <a:extLst>
              <a:ext uri="{FF2B5EF4-FFF2-40B4-BE49-F238E27FC236}">
                <a16:creationId xmlns:a16="http://schemas.microsoft.com/office/drawing/2014/main" id="{24B376AD-2D05-4125-B28D-FE5CF92E2D1A}"/>
              </a:ext>
            </a:extLst>
          </p:cNvPr>
          <p:cNvSpPr txBox="1"/>
          <p:nvPr/>
        </p:nvSpPr>
        <p:spPr>
          <a:xfrm>
            <a:off x="467544" y="588875"/>
            <a:ext cx="740908" cy="400110"/>
          </a:xfrm>
          <a:prstGeom prst="rect">
            <a:avLst/>
          </a:prstGeom>
          <a:noFill/>
        </p:spPr>
        <p:txBody>
          <a:bodyPr wrap="none" rtlCol="0">
            <a:spAutoFit/>
          </a:bodyPr>
          <a:lstStyle/>
          <a:p>
            <a:r>
              <a:rPr lang="fr-FR" b="1" dirty="0">
                <a:solidFill>
                  <a:schemeClr val="accent6"/>
                </a:solidFill>
              </a:rPr>
              <a:t>Ex03</a:t>
            </a:r>
          </a:p>
        </p:txBody>
      </p:sp>
    </p:spTree>
    <p:extLst>
      <p:ext uri="{BB962C8B-B14F-4D97-AF65-F5344CB8AC3E}">
        <p14:creationId xmlns:p14="http://schemas.microsoft.com/office/powerpoint/2010/main" val="1222335036"/>
      </p:ext>
    </p:extLst>
  </p:cSld>
  <p:clrMapOvr>
    <a:masterClrMapping/>
  </p:clrMapOvr>
</p:sld>
</file>

<file path=ppt/theme/theme1.xml><?xml version="1.0" encoding="utf-8"?>
<a:theme xmlns:a="http://schemas.openxmlformats.org/drawingml/2006/main" name="Modèle par défaut">
  <a:themeElements>
    <a:clrScheme name="Modèle par défau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Modèle par défaut">
      <a:majorFont>
        <a:latin typeface="Comic Sans MS"/>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Modèle par défau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odèle par défau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odèle par défau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odèle par défau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35914</TotalTime>
  <Words>236</Words>
  <Application>Microsoft Office PowerPoint</Application>
  <PresentationFormat>Affichage à l'écran (4:3)</PresentationFormat>
  <Paragraphs>36</Paragraphs>
  <Slides>4</Slides>
  <Notes>3</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4</vt:i4>
      </vt:variant>
    </vt:vector>
  </HeadingPairs>
  <TitlesOfParts>
    <vt:vector size="12" baseType="lpstr">
      <vt:lpstr>Arial</vt:lpstr>
      <vt:lpstr>Calibri</vt:lpstr>
      <vt:lpstr>Century Gothic</vt:lpstr>
      <vt:lpstr>Comic Sans MS</vt:lpstr>
      <vt:lpstr>Tahoma</vt:lpstr>
      <vt:lpstr>Times New Roman</vt:lpstr>
      <vt:lpstr>Wingdings</vt:lpstr>
      <vt:lpstr>Modèle par défaut</vt:lpstr>
      <vt:lpstr>FQ01 - Management de la Qualité  </vt:lpstr>
      <vt:lpstr>Pareto</vt:lpstr>
      <vt:lpstr>SWOT</vt:lpstr>
      <vt:lpstr>SWOT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boudaoud</dc:creator>
  <cp:lastModifiedBy>vuhaican</cp:lastModifiedBy>
  <cp:revision>1150</cp:revision>
  <cp:lastPrinted>2021-02-18T06:47:43Z</cp:lastPrinted>
  <dcterms:created xsi:type="dcterms:W3CDTF">1601-01-01T00:00:00Z</dcterms:created>
  <dcterms:modified xsi:type="dcterms:W3CDTF">2026-04-01T00:15:47Z</dcterms:modified>
</cp:coreProperties>
</file>