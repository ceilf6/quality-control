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03FC9-33AF-4E9E-985C-1A61A98E9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B1C294-935D-4C81-B302-3950E8E48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714D99-BCD4-465B-8B89-F828A3D5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3C18-6215-4533-80BB-39BB7696A78F}" type="datetimeFigureOut">
              <a:rPr lang="fr-FR" smtClean="0"/>
              <a:t>21/05/2024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167646-98D5-4F86-AA56-D54F5E7EB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F02B8A-D644-4993-AE8C-09C7224A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E438B-8954-44A5-9B26-FC7661F07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623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CA918F-8170-4802-A8DA-183B47FC2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632C9D-56B8-4032-B213-630527A7E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A75A5B-BD0D-4038-B2E1-DBFDF41C6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3C18-6215-4533-80BB-39BB7696A78F}" type="datetimeFigureOut">
              <a:rPr lang="fr-FR" smtClean="0"/>
              <a:t>21/05/2024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1E4095-0150-412C-AEC3-9F1C1A49B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35C721-4CED-4665-96FC-A1010FF1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E438B-8954-44A5-9B26-FC7661F07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964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7115F4-596F-4E1A-A1C4-5A5C87528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D5E650-3F29-4CFE-8296-BDDA5F783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88E9BD-D3D4-40DC-83F5-EFDA8C784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3C18-6215-4533-80BB-39BB7696A78F}" type="datetimeFigureOut">
              <a:rPr lang="fr-FR" smtClean="0"/>
              <a:t>21/05/2024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51B926-8502-4934-8ED1-ADF4D4D3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1DA44E-5765-46D6-9550-379F911D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E438B-8954-44A5-9B26-FC7661F07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78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BF41AD-1D9C-4346-B39A-D5122614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39C37C-65D5-486E-8708-5F449105D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69BD3A7-4177-40D5-9340-E4A276FB3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8A7FD6-9821-4DF5-B96E-D1504C03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3C18-6215-4533-80BB-39BB7696A78F}" type="datetimeFigureOut">
              <a:rPr lang="fr-FR" smtClean="0"/>
              <a:t>21/05/2024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8FFC79-08D6-4EB6-8C51-C6E6E38AB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E429B5-2694-47AD-B266-E6AAA105A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E438B-8954-44A5-9B26-FC7661F07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163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5C5BA6-1678-41C8-ADA5-0A8C944CC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EA7504-97BD-4A92-9EB2-B6A02BD50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7B0766-8C62-4BF3-8132-7010C8022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CEEDD3-160D-426B-8530-1DDB84B0B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97134E1-58B4-4841-A582-C3335F99D0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2AAC48B-24B4-42BF-88B1-06DD0B22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3C18-6215-4533-80BB-39BB7696A78F}" type="datetimeFigureOut">
              <a:rPr lang="fr-FR" smtClean="0"/>
              <a:t>21/05/2024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F5BF528-1952-49B6-8576-50867948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B35FA3-EFA4-462D-A0A5-CFC12DA6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E438B-8954-44A5-9B26-FC7661F07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366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4F381F-7950-479A-9AC7-E221E4A24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A9C2E2-BAC7-40B0-BB0B-6DDC98C91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3C18-6215-4533-80BB-39BB7696A78F}" type="datetimeFigureOut">
              <a:rPr lang="fr-FR" smtClean="0"/>
              <a:t>21/05/2024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1F9B68-412D-41B9-8BB6-CF175B461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5D67BC-DA96-4708-AD81-3E550C8B7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E438B-8954-44A5-9B26-FC7661F07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9349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B7B4193-4507-4A45-A073-7E509A0A9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3C18-6215-4533-80BB-39BB7696A78F}" type="datetimeFigureOut">
              <a:rPr lang="fr-FR" smtClean="0"/>
              <a:t>21/05/2024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82183E-7060-4367-ACEF-7744C91C9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5AB204-DCD6-4FE0-B673-85D1B0CC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E438B-8954-44A5-9B26-FC7661F07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45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70DFCE-C0F9-49CF-B2CC-AFB07347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C079F2-0C06-4D55-9379-9084E0FE8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088389-FE0C-413E-93E6-804A8C6BD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F9AD66-E02E-4438-B84D-87948EC4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3C18-6215-4533-80BB-39BB7696A78F}" type="datetimeFigureOut">
              <a:rPr lang="fr-FR" smtClean="0"/>
              <a:t>21/05/2024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6DF8E-C99D-4252-9423-69AE3297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5FDF5FA-D57A-4291-9CB7-797E979E7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E438B-8954-44A5-9B26-FC7661F07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8477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FAB3F3-7693-4E5B-87D3-CC02495EA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19D3E79-A0FB-4B52-9AE6-EE00CA705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32118B-F30A-4BF0-AFD0-6030410DA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1BE533-DE47-4CAA-A42F-474F0B1DD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3C18-6215-4533-80BB-39BB7696A78F}" type="datetimeFigureOut">
              <a:rPr lang="fr-FR" smtClean="0"/>
              <a:t>21/05/2024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182CCB-D44F-4DB7-B3BC-E74CE831B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1D46CD-B857-47F6-80AD-E194B083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E438B-8954-44A5-9B26-FC7661F07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525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4A762D-062F-4C1C-878B-03E7812A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3965CB2-4282-4B38-8DFB-A6739AA79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4355A2-D559-4937-A4B3-568940E46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3C18-6215-4533-80BB-39BB7696A78F}" type="datetimeFigureOut">
              <a:rPr lang="fr-FR" smtClean="0"/>
              <a:t>21/05/2024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EEF4AD-D564-4850-BAD4-EEE3B35E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699BEB-F0FC-484B-B408-2AEF78A8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E438B-8954-44A5-9B26-FC7661F07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7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9BF5BCA-E6EC-46D9-9EBD-5BBBC7377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59880C-7D0F-40B7-A848-0144B183A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C91098-A7A5-4264-BE44-0CFC2C7C4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83C18-6215-4533-80BB-39BB7696A78F}" type="datetimeFigureOut">
              <a:rPr lang="fr-FR" smtClean="0"/>
              <a:t>21/05/2024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F51CBB-3FB5-4421-9DB4-DF76D443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DBE524-8216-4F3C-88AD-1758FD369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E438B-8954-44A5-9B26-FC7661F07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616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B4E5632-0CAD-4C68-AB8B-4BE08A7B5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A8E134-4659-4E7B-B947-F65D9619A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926A3D-824B-4151-A674-EC0893A9A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83C18-6215-4533-80BB-39BB7696A78F}" type="datetimeFigureOut">
              <a:rPr lang="fr-FR" smtClean="0"/>
              <a:t>21/05/2024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9940F4-1C46-42AD-8485-10863B442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A776D3-A2F6-47C4-97F5-BD56AE8CB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E438B-8954-44A5-9B26-FC7661F07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2060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4082F90-5DFC-4585-8BB0-107017BC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411" y="169440"/>
            <a:ext cx="8318120" cy="636558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B7C766D-1FB9-477C-BFD3-169C1F113751}"/>
              </a:ext>
            </a:extLst>
          </p:cNvPr>
          <p:cNvSpPr txBox="1"/>
          <p:nvPr/>
        </p:nvSpPr>
        <p:spPr>
          <a:xfrm>
            <a:off x="3892492" y="1148966"/>
            <a:ext cx="1682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ddl du facteur A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1787566-9E2B-4719-B4A7-A817A0BC94D1}"/>
              </a:ext>
            </a:extLst>
          </p:cNvPr>
          <p:cNvSpPr txBox="1"/>
          <p:nvPr/>
        </p:nvSpPr>
        <p:spPr>
          <a:xfrm>
            <a:off x="956201" y="3269916"/>
            <a:ext cx="1956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ddl de la résiduelle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BEC4511-5D15-435B-85B1-10BF8996ECD3}"/>
              </a:ext>
            </a:extLst>
          </p:cNvPr>
          <p:cNvSpPr/>
          <p:nvPr/>
        </p:nvSpPr>
        <p:spPr>
          <a:xfrm>
            <a:off x="4269996" y="1853966"/>
            <a:ext cx="369116" cy="30200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6AC0E67-595D-4826-A7E3-36121DCF6A9A}"/>
              </a:ext>
            </a:extLst>
          </p:cNvPr>
          <p:cNvSpPr/>
          <p:nvPr/>
        </p:nvSpPr>
        <p:spPr>
          <a:xfrm>
            <a:off x="2727820" y="3639248"/>
            <a:ext cx="369116" cy="28207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C249853-150E-4CBE-9F47-73BF355854EB}"/>
              </a:ext>
            </a:extLst>
          </p:cNvPr>
          <p:cNvSpPr/>
          <p:nvPr/>
        </p:nvSpPr>
        <p:spPr>
          <a:xfrm>
            <a:off x="4218212" y="3629284"/>
            <a:ext cx="420899" cy="30200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BB80F59-DCC0-41D2-B437-3C75CFE6FBC1}"/>
              </a:ext>
            </a:extLst>
          </p:cNvPr>
          <p:cNvCxnSpPr>
            <a:stCxn id="7" idx="4"/>
            <a:endCxn id="9" idx="0"/>
          </p:cNvCxnSpPr>
          <p:nvPr/>
        </p:nvCxnSpPr>
        <p:spPr>
          <a:xfrm flipH="1">
            <a:off x="4428662" y="2155971"/>
            <a:ext cx="25892" cy="147331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B468906-ABAF-46B3-9D2B-B1C50CA90FB6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3096936" y="3780287"/>
            <a:ext cx="112127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862B1270-2BD6-493C-B635-0D302B8974A6}"/>
              </a:ext>
            </a:extLst>
          </p:cNvPr>
          <p:cNvSpPr txBox="1"/>
          <p:nvPr/>
        </p:nvSpPr>
        <p:spPr>
          <a:xfrm>
            <a:off x="8782832" y="687301"/>
            <a:ext cx="2711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Niveau de confiance (ici le taux d’erreur </a:t>
            </a:r>
            <a:r>
              <a:rPr lang="el-G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fr-F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=5%)</a:t>
            </a:r>
            <a:endParaRPr lang="fr-FR" dirty="0">
              <a:solidFill>
                <a:srgbClr val="C00000"/>
              </a:solidFill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C0D81AD2-4CE4-4BE8-AE0F-8AF164243FFD}"/>
              </a:ext>
            </a:extLst>
          </p:cNvPr>
          <p:cNvCxnSpPr/>
          <p:nvPr/>
        </p:nvCxnSpPr>
        <p:spPr>
          <a:xfrm flipH="1" flipV="1">
            <a:off x="8554340" y="589660"/>
            <a:ext cx="222191" cy="44438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90938DD0-89DB-4B30-97FF-2546B1C7F694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4454554" y="1518298"/>
            <a:ext cx="279387" cy="33566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D82900E0-B665-442D-9E41-EEEA520A25A6}"/>
              </a:ext>
            </a:extLst>
          </p:cNvPr>
          <p:cNvCxnSpPr>
            <a:cxnSpLocks/>
          </p:cNvCxnSpPr>
          <p:nvPr/>
        </p:nvCxnSpPr>
        <p:spPr>
          <a:xfrm>
            <a:off x="2375638" y="3555050"/>
            <a:ext cx="427383" cy="14527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289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Grand écran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Amélie PONCHET DURUPT</dc:creator>
  <cp:lastModifiedBy>Amélie PONCHET DURUPT</cp:lastModifiedBy>
  <cp:revision>1</cp:revision>
  <dcterms:created xsi:type="dcterms:W3CDTF">2024-05-21T07:18:50Z</dcterms:created>
  <dcterms:modified xsi:type="dcterms:W3CDTF">2024-05-21T07:19:14Z</dcterms:modified>
</cp:coreProperties>
</file>